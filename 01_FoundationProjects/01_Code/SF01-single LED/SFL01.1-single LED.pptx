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60" r:id="rId4"/>
    <p:sldId id="262" r:id="rId5"/>
    <p:sldId id="256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C25CF-AC05-4023-AA2C-3A5841779F6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2EB25-DEA5-49FB-A261-77EF0DA11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997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09962B-3B3C-CD16-CF97-8806D4E439C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5F144-4477-3278-DD0A-BB5203ABE0D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AFA54-1A09-F432-239B-E7FB5ACC8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36B5D-DB17-4FF2-A760-4222C15A9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FACBB-93A8-C075-E21A-B3579F317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B070F-B07C-4B06-AA2F-2D32CB79C3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0A347-1818-DD0A-3863-52587A5D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77044-8E01-AC0F-C2E1-A4E4CA483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A223-93B7-43E1-AEA9-F54CC2C62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51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98F87-0F73-3916-7918-55E2A43EC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70203-2AD3-7C95-A205-5B3DF8FD2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35F6E-6D22-ECA3-94F8-A3DCC3FC3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B070F-B07C-4B06-AA2F-2D32CB79C3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C0D69-2746-5CDA-3F24-58C948783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6280F-06E3-C94C-4AAF-E0E38FC2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A223-93B7-43E1-AEA9-F54CC2C62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654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3111F-2560-3D2A-A8BC-CEC6BC76A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AC584-FE4A-A719-79D5-24DFF9D53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254A7-835F-8BD7-6402-FF135BF11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B070F-B07C-4B06-AA2F-2D32CB79C3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CAA7B-28BF-A9F6-49CF-155DB67A3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3722B-3F39-E793-3295-7A1AC35B5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A223-93B7-43E1-AEA9-F54CC2C62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04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BCD45-BA15-E05F-82F4-E908719F6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25E54-33CB-344A-CDCC-93957CFB42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A7193-49CF-F1BB-C1A2-24B4C0E1D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002F6-E05A-73A3-EE79-58A6A8C13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B070F-B07C-4B06-AA2F-2D32CB79C3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3C3B8-9F66-0044-39FE-DD0E3E4D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99DA5-5F0A-12CE-DF45-50FD1888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A223-93B7-43E1-AEA9-F54CC2C62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41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80A31-2E94-6273-EC2D-F7BF47D0F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02EFA-8E36-F64F-05EE-DB87A0349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9D6C2-11B7-D27D-66CE-D945734FB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095C52-DC79-ECD9-2BFF-C6A038F586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3EBEF1-23B0-355B-4003-8F60471938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E21FCB-D9A3-18D7-F119-90B313C54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B070F-B07C-4B06-AA2F-2D32CB79C3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387EFA-5FD0-560E-34EC-9E3D0C38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EF06A2-D308-4DDB-E24E-7934C4169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A223-93B7-43E1-AEA9-F54CC2C62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1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FEB00-F686-BFBE-A9EA-AF0CA547C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5F0F6-9BA3-EC37-DE95-4415C7FBF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B070F-B07C-4B06-AA2F-2D32CB79C3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8FB8C9-32FA-D37B-3A21-60EC2ACBA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06A03-B6A9-DA89-E102-72FC675B1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A223-93B7-43E1-AEA9-F54CC2C62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632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612CD5-879B-6CD9-BF60-216954513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B070F-B07C-4B06-AA2F-2D32CB79C3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8EBF4D-69F4-DC60-4EDC-911558A7A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64B7B-3FCC-28F2-61DD-DC8A383E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A223-93B7-43E1-AEA9-F54CC2C62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736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C6AC-4B1C-3E2D-4135-EEB598B9C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1F40C-DCDD-69D7-F679-49488400B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96DA-20F7-DA8F-FC34-C643F5F9E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D152E-1AE6-B397-B589-495E6974C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B070F-B07C-4B06-AA2F-2D32CB79C3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FBA68-4257-8176-A3B8-FB911750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71793-A160-3504-405D-FB130825F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A223-93B7-43E1-AEA9-F54CC2C62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19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AA7EC-329B-0C7E-BBF2-802195EC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E9C326-1AC5-BF4A-E812-57A87CFC7A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46CAF-40C0-8F46-391D-04EA1EEE9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CACDF-C20E-6EF1-A48D-64D1BE8D7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B070F-B07C-4B06-AA2F-2D32CB79C3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51F3C-D6A3-FE37-9F21-B6725234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0AC7E-C070-6FB5-1653-9F9372F2D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A223-93B7-43E1-AEA9-F54CC2C62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248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18EFA-25F6-5291-3CD5-0F893BD1A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74AA8-61B1-8798-BC00-21C085428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02D33-2DF8-4443-88A5-2D38EE063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B070F-B07C-4B06-AA2F-2D32CB79C3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96A27-80B4-84EC-5A9D-33EE3DD96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BE0-4BF2-2F19-1BD0-5F83A8733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A223-93B7-43E1-AEA9-F54CC2C62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454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87C14E-D615-C523-DF7F-A0DB6C218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690BDB-084F-1A36-FF54-7261FEEB8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0E9E7-7A79-017B-EE27-26394CD84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B070F-B07C-4B06-AA2F-2D32CB79C3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175E1-0F0B-1A25-0D6F-B597407B5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ABE99-4D64-CE4E-D5B0-D4071834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A223-93B7-43E1-AEA9-F54CC2C62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260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E029E2-1337-5982-98D3-79448674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68816-1842-DD2F-619F-B8D8A50EA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026D0-1FC8-26DB-268C-22A99E004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B070F-B07C-4B06-AA2F-2D32CB79C3A2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77AB9-EB67-80C4-675E-6BA645A3E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81B12-874C-C71C-8E3D-391DAADCC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7A223-93B7-43E1-AEA9-F54CC2C62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857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682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763252"/>
            <a:ext cx="9144000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FF3300"/>
                </a:solidFill>
              </a:rPr>
              <a:t>Sensor</a:t>
            </a:r>
            <a:r>
              <a:rPr lang="en-GB" b="1" dirty="0">
                <a:solidFill>
                  <a:srgbClr val="FF3300"/>
                </a:solidFill>
              </a:rPr>
              <a:t> Kit (Kit 1)</a:t>
            </a:r>
            <a:br>
              <a:rPr lang="en-GB" b="1" dirty="0">
                <a:solidFill>
                  <a:srgbClr val="FF330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ZAS Robotics Training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D65F1-B05D-0F42-06D6-FC07DD7C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2C2207-41A7-973C-48CB-A47BC469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180" y="501650"/>
            <a:ext cx="4042963" cy="108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46901" name="Title 1"/>
          <p:cNvSpPr>
            <a:spLocks noGrp="1"/>
          </p:cNvSpPr>
          <p:nvPr>
            <p:ph type="title"/>
          </p:nvPr>
        </p:nvSpPr>
        <p:spPr bwMode="auto"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b="1" kern="1200" dirty="0">
                <a:solidFill>
                  <a:srgbClr val="FF3300"/>
                </a:solidFill>
              </a:rPr>
              <a:t>Sensor Kit - Contents</a:t>
            </a:r>
            <a:endParaRPr b="1" kern="1200" dirty="0">
              <a:solidFill>
                <a:srgbClr val="FF3300"/>
              </a:solidFill>
            </a:endParaRPr>
          </a:p>
        </p:txBody>
      </p:sp>
      <p:sp>
        <p:nvSpPr>
          <p:cNvPr id="361717547" name="TextBox 20"/>
          <p:cNvSpPr txBox="1"/>
          <p:nvPr/>
        </p:nvSpPr>
        <p:spPr bwMode="auto">
          <a:xfrm>
            <a:off x="8308257" y="6053549"/>
            <a:ext cx="2284732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Creative Board</a:t>
            </a:r>
            <a:endParaRPr/>
          </a:p>
        </p:txBody>
      </p:sp>
      <p:sp>
        <p:nvSpPr>
          <p:cNvPr id="108873707" name="TextBox 45"/>
          <p:cNvSpPr txBox="1"/>
          <p:nvPr/>
        </p:nvSpPr>
        <p:spPr bwMode="auto">
          <a:xfrm>
            <a:off x="2099187" y="5980855"/>
            <a:ext cx="2394793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Kit Components</a:t>
            </a:r>
            <a:endParaRPr/>
          </a:p>
        </p:txBody>
      </p:sp>
      <p:pic>
        <p:nvPicPr>
          <p:cNvPr id="1496148476" name="Picture 149614847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68" y="1421484"/>
            <a:ext cx="6174877" cy="44363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E0CF6A-5129-7CA3-6773-F100C9D4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59" y="1201479"/>
            <a:ext cx="5122034" cy="465639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4B36B-9D91-27D4-8920-6B376B87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3158-3036-9A1A-9225-739DA8DE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39" y="49696"/>
            <a:ext cx="2755261" cy="742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FD9F-C663-E920-10CD-998FCD07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SFL01: SINGLE LED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2BDA-E1FA-6E4B-A34E-D2CE12E5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Things Needed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AA02E7-2E48-2AAB-4DA7-AEAA05196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86" y="2280402"/>
            <a:ext cx="3417779" cy="22971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9C6205-5BE0-6E70-2E8A-FF9C9D90C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162" y="1885359"/>
            <a:ext cx="1494750" cy="17938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10ACE5-7676-1262-0B8F-0678387AC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3591076" y="4602122"/>
            <a:ext cx="3708948" cy="2080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637" y="1744205"/>
            <a:ext cx="3708949" cy="2552029"/>
          </a:xfrm>
          <a:prstGeom prst="rect">
            <a:avLst/>
          </a:prstGeom>
        </p:spPr>
      </p:pic>
      <p:pic>
        <p:nvPicPr>
          <p:cNvPr id="1028" name="Picture 4" descr="How to blink a LED with arduino?">
            <a:extLst>
              <a:ext uri="{FF2B5EF4-FFF2-40B4-BE49-F238E27FC236}">
                <a16:creationId xmlns:a16="http://schemas.microsoft.com/office/drawing/2014/main" id="{F3099041-C11B-A172-4729-03475FC92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222" y="4214813"/>
            <a:ext cx="3461485" cy="163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1263AA-A3DB-C7CF-FBA2-0C90089C373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62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E1583-8162-F36E-A855-38E95F1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SFL01 : SINGLE LED CONTROL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7100E3-A149-8419-8F42-A53230D53F2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559" y="1690688"/>
            <a:ext cx="6899088" cy="435133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732FBB-F02B-8766-1DAC-BBEADE810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657974"/>
              </p:ext>
            </p:extLst>
          </p:nvPr>
        </p:nvGraphicFramePr>
        <p:xfrm>
          <a:off x="7390614" y="2266394"/>
          <a:ext cx="360947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739">
                  <a:extLst>
                    <a:ext uri="{9D8B030D-6E8A-4147-A177-3AD203B41FA5}">
                      <a16:colId xmlns:a16="http://schemas.microsoft.com/office/drawing/2014/main" val="1007687513"/>
                    </a:ext>
                  </a:extLst>
                </a:gridCol>
                <a:gridCol w="1804739">
                  <a:extLst>
                    <a:ext uri="{9D8B030D-6E8A-4147-A177-3AD203B41FA5}">
                      <a16:colId xmlns:a16="http://schemas.microsoft.com/office/drawing/2014/main" val="3080068767"/>
                    </a:ext>
                  </a:extLst>
                </a:gridCol>
              </a:tblGrid>
              <a:tr h="245193">
                <a:tc>
                  <a:txBody>
                    <a:bodyPr/>
                    <a:lstStyle/>
                    <a:p>
                      <a:r>
                        <a:rPr lang="en-IN" dirty="0"/>
                        <a:t>Arduino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breadboard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250401"/>
                  </a:ext>
                </a:extLst>
              </a:tr>
              <a:tr h="245193">
                <a:tc>
                  <a:txBody>
                    <a:bodyPr/>
                    <a:lstStyle/>
                    <a:p>
                      <a:r>
                        <a:rPr lang="en-IN" dirty="0"/>
                        <a:t>GND(short end)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Blue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799410"/>
                  </a:ext>
                </a:extLst>
              </a:tr>
              <a:tr h="245193">
                <a:tc>
                  <a:txBody>
                    <a:bodyPr/>
                    <a:lstStyle/>
                    <a:p>
                      <a:r>
                        <a:rPr lang="en-IN" dirty="0"/>
                        <a:t>Anode(long end)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Purple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76819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C93718-40F8-AB81-53BF-A87F48F08E74}"/>
              </a:ext>
            </a:extLst>
          </p:cNvPr>
          <p:cNvSpPr txBox="1"/>
          <p:nvPr/>
        </p:nvSpPr>
        <p:spPr>
          <a:xfrm>
            <a:off x="7390614" y="1797165"/>
            <a:ext cx="1432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Connections: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1263AA-A3DB-C7CF-FBA2-0C90089C37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46931" y="0"/>
            <a:ext cx="2755261" cy="74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70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4C29C7-6F44-6EFD-2D1D-915A4AEBE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SFL01 : SINGLE LED CONTROL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1263AA-A3DB-C7CF-FBA2-0C90089C37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80943" y="0"/>
            <a:ext cx="2755261" cy="7426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3C6984-D0A4-7C62-0D4D-EE359E1899DB}"/>
              </a:ext>
            </a:extLst>
          </p:cNvPr>
          <p:cNvSpPr txBox="1"/>
          <p:nvPr/>
        </p:nvSpPr>
        <p:spPr>
          <a:xfrm>
            <a:off x="6476216" y="1850631"/>
            <a:ext cx="3912326" cy="25853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b="1" u="sng" dirty="0"/>
              <a:t>Code for lesson SFL01:</a:t>
            </a:r>
          </a:p>
          <a:p>
            <a:endParaRPr lang="en-IN" b="1" u="sng" dirty="0"/>
          </a:p>
          <a:p>
            <a:endParaRPr lang="en-IN" b="1" u="sng" dirty="0"/>
          </a:p>
          <a:p>
            <a:r>
              <a:rPr lang="en-IN" b="1" u="sng" dirty="0">
                <a:solidFill>
                  <a:schemeClr val="accent1"/>
                </a:solidFill>
              </a:rPr>
              <a:t>https://github.com/info-zas/zas-robotics-sensors/blob/main/01_FoundationProjects/01_Code/_01_BlinkingLED/_01_BlinkingLED.ino</a:t>
            </a:r>
          </a:p>
          <a:p>
            <a:endParaRPr lang="en-IN" b="1" u="sng" dirty="0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E54ED852-9710-828D-6B47-F61FB471E1E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39788" y="2223711"/>
            <a:ext cx="4768165" cy="923330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Controls an LED connected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Arduino Pin 7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Turns it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ON for 1 second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then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OFF for 1 second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Keeps repeating this forever</a:t>
            </a:r>
          </a:p>
        </p:txBody>
      </p:sp>
    </p:spTree>
    <p:extLst>
      <p:ext uri="{BB962C8B-B14F-4D97-AF65-F5344CB8AC3E}">
        <p14:creationId xmlns:p14="http://schemas.microsoft.com/office/powerpoint/2010/main" val="2967701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47E7D-6C32-DE69-4B53-EE9FEA91B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D0F45D-F70D-113D-8BEC-F2D709263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SFL01 : SINGLE LED CONTROL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(using creativity board)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883E70-A703-FA02-44EC-D0ABB5E987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80943" y="0"/>
            <a:ext cx="2755261" cy="742629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7EB64F4E-1A2B-C503-BC9E-949E458E9F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70905" y="2264295"/>
            <a:ext cx="4995672" cy="258532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creative board already has built-in LED lights.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These LEDs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pre-connected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Arduino pins.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setup removes the need for additional wiring.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design prevents wire clutter and keeps the workspace neat.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lets users focus more on the project rather than wiring.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Ideal for beginners learning Arduino without hassle.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ADD661-3D3C-2252-6582-6D505BE968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22582" y="1464457"/>
            <a:ext cx="4106291" cy="547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803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5688</TotalTime>
  <Words>190</Words>
  <Application>Microsoft Office PowerPoint</Application>
  <PresentationFormat>Widescreen</PresentationFormat>
  <Paragraphs>35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Sensor Kit (Kit 1) ZAS Robotics Training</vt:lpstr>
      <vt:lpstr>Sensor Kit - Contents</vt:lpstr>
      <vt:lpstr>SFL01: SINGLE LED CONTROL</vt:lpstr>
      <vt:lpstr>SFL01 : SINGLE LED CONTROL</vt:lpstr>
      <vt:lpstr>SFL01 : SINGLE LED CONTROL</vt:lpstr>
      <vt:lpstr>SFL01 : SINGLE LED CONTROL (using creativity board)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Raafia Shaik</dc:creator>
  <cp:lastModifiedBy>shaikraahila136@outlook.com</cp:lastModifiedBy>
  <cp:revision>17</cp:revision>
  <dcterms:created xsi:type="dcterms:W3CDTF">2025-12-17T09:51:01Z</dcterms:created>
  <dcterms:modified xsi:type="dcterms:W3CDTF">2026-01-18T17:24:08Z</dcterms:modified>
</cp:coreProperties>
</file>