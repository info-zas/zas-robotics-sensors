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9" r:id="rId3"/>
    <p:sldId id="256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428C34-AB2B-4543-8ACF-2656DB6CD574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5304E9-CEE0-4E9F-BF97-9552AD95F0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305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09962B-3B3C-CD16-CF97-8806D4E439CB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35F144-4477-3278-DD0A-BB5203ABE0DE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7AABE-94FE-D013-E6BF-C9A041E0AC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710D3A-60FA-D2C6-1018-CC310C1E3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939B2-00D7-CE74-3B89-9867ABB1A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2FE9A-88B5-49F4-B2E4-C0F8D2E22F4D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71E81-C8BC-E7F8-F43C-47CC200F6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F8372-093A-E35F-88C2-32B1C14CD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E61A-8083-434B-AAF0-AD422C9BFB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24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8AB2F-B824-7079-A357-B5D9E1201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A8E12-6980-EF0D-B9C0-BF1A53B26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8FB24-7374-9F3D-ED2D-64DA13991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2FE9A-88B5-49F4-B2E4-C0F8D2E22F4D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57249-6478-FC34-9B01-29A1DF560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56F68-32EE-5297-4E6B-3DDDA624F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E61A-8083-434B-AAF0-AD422C9BFB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456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A9924-7460-A154-1B68-A459F2C81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ED260-4A50-10A5-E4B0-845594531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3D225-975A-1A68-20F7-D52052E60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2FE9A-88B5-49F4-B2E4-C0F8D2E22F4D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76587-02D8-828E-11C4-0623F3291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E1ABE-CC9F-00DE-9FE4-7557D690D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E61A-8083-434B-AAF0-AD422C9BFB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273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66CE1-959F-278A-38D5-BED577A4F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7D73F-8FC0-62FE-EBD5-993E86A40C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4F33F2-D273-DDA6-8FE5-31738E301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0BD60-732F-0A30-7C97-5003FA939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2FE9A-88B5-49F4-B2E4-C0F8D2E22F4D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5CD655-A3B2-AE13-45C7-E9DAC9A1C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CFDA0-93AE-0975-8FED-620B90C01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E61A-8083-434B-AAF0-AD422C9BFB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796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E404C-0B16-20D8-CA24-72B36B5E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8CC6D-68BB-5547-4548-DCE1DC1F5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5BB1A-0F30-A471-5068-989518548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170D70-7796-5E89-DB87-E19BB24FB7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379A0E-4EDA-8793-87DE-C99F3CD604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10FAB-0B8D-8286-05AE-14C876961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2FE9A-88B5-49F4-B2E4-C0F8D2E22F4D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00948B-6DC9-6D86-C5D1-CCA233563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753A3B-ACD2-D999-51D9-D64CC2E42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E61A-8083-434B-AAF0-AD422C9BFB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716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41616-6089-621B-0603-67DF7E0E0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75BF7-952F-ADF8-C4BA-1CAFBEB3D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2FE9A-88B5-49F4-B2E4-C0F8D2E22F4D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831D16-012C-BCCA-5B8F-5806EBCA2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54EDB4-9E79-50F3-A8B8-64B30CE4B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E61A-8083-434B-AAF0-AD422C9BFB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860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5A73B8-1110-409D-4D5C-41601E991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2FE9A-88B5-49F4-B2E4-C0F8D2E22F4D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780663-38E5-A400-3810-5BA87ED0D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53C17-4033-0542-0A12-48B4FB8FC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E61A-8083-434B-AAF0-AD422C9BFB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075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0A7E5-9CB2-CE5A-8679-FC4B77CF2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39933-4E21-5F28-A5E7-E0DB373CD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F00A54-28CC-9E4D-EDA2-F91C6E9A3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BDEAAD-E12E-9FBF-7D31-52F11ED55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2FE9A-88B5-49F4-B2E4-C0F8D2E22F4D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E00C2D-09C5-4EEF-F4EA-13CFAF39B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F08DA-60A3-4E85-29CB-E64E99942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E61A-8083-434B-AAF0-AD422C9BFB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417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4918A-DCDE-5B87-47D4-D94A70D54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E76AD4-6021-B374-8CE6-1623BF6731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97A2FC-64EC-8C21-6CD6-F30DC64EC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47431-F591-60D4-99E6-4E2B3A7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2FE9A-88B5-49F4-B2E4-C0F8D2E22F4D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73EB48-0A31-EF07-B164-3636047D5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A11D38-D77C-C420-83F6-D43300E3B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E61A-8083-434B-AAF0-AD422C9BFB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125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16BF5-C171-8696-B5FA-13AD65747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5B8415-8449-E1BE-9317-886531006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D2826-8F4D-096A-F1B4-4DAAE3EBD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2FE9A-88B5-49F4-B2E4-C0F8D2E22F4D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2D856-077D-0B24-0597-09AE1CC8D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DAF8A-17F3-BA91-E795-CE823A1C3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E61A-8083-434B-AAF0-AD422C9BFB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974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7BF70E-0D74-DC68-0F03-4E9A72B000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4052D9-1A97-DD8F-4668-63BDB91FF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7AE1D-2A6F-B4B8-8E94-AF576E3CC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2FE9A-88B5-49F4-B2E4-C0F8D2E22F4D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F5153-7380-806A-A4F1-D8D12B56B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A3282-0560-9C9D-F9F4-ABE81CE35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E61A-8083-434B-AAF0-AD422C9BFB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234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5DF072-8591-F1A2-37FA-301D10074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D1C97-923B-2B65-2E02-BBD5A2D8F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72CAB-FF8D-58FB-6041-8A34FD8537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E2FE9A-88B5-49F4-B2E4-C0F8D2E22F4D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FB57E-D278-B713-0B67-3E9972E625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0E2F0-F812-9B86-7A2A-96AA4D1CD4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D3E61A-8083-434B-AAF0-AD422C9BFB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5771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96824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763252"/>
            <a:ext cx="9144000" cy="2387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FF3300"/>
                </a:solidFill>
              </a:rPr>
              <a:t>Sensor</a:t>
            </a:r>
            <a:r>
              <a:rPr lang="en-GB" b="1" dirty="0">
                <a:solidFill>
                  <a:srgbClr val="FF3300"/>
                </a:solidFill>
              </a:rPr>
              <a:t> Kit (Kit 1)</a:t>
            </a:r>
            <a:br>
              <a:rPr lang="en-GB" b="1" dirty="0">
                <a:solidFill>
                  <a:srgbClr val="FF3300"/>
                </a:solidFill>
              </a:rPr>
            </a:br>
            <a:r>
              <a:rPr lang="en-GB" b="1" dirty="0">
                <a:solidFill>
                  <a:srgbClr val="0070C0"/>
                </a:solidFill>
              </a:rPr>
              <a:t>ZAS Robotics Training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ED65F1-B05D-0F42-06D6-FC07DD7CF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2C2207-41A7-973C-48CB-A47BC469C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1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2180" y="501650"/>
            <a:ext cx="4042963" cy="1089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046901" name="Title 1"/>
          <p:cNvSpPr>
            <a:spLocks noGrp="1"/>
          </p:cNvSpPr>
          <p:nvPr>
            <p:ph type="title"/>
          </p:nvPr>
        </p:nvSpPr>
        <p:spPr bwMode="auto"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b="1" kern="1200" dirty="0">
                <a:solidFill>
                  <a:srgbClr val="FF3300"/>
                </a:solidFill>
              </a:rPr>
              <a:t>Sensor Kit - Contents</a:t>
            </a:r>
            <a:endParaRPr b="1" kern="1200" dirty="0">
              <a:solidFill>
                <a:srgbClr val="FF3300"/>
              </a:solidFill>
            </a:endParaRPr>
          </a:p>
        </p:txBody>
      </p:sp>
      <p:sp>
        <p:nvSpPr>
          <p:cNvPr id="361717547" name="TextBox 20"/>
          <p:cNvSpPr txBox="1"/>
          <p:nvPr/>
        </p:nvSpPr>
        <p:spPr bwMode="auto">
          <a:xfrm>
            <a:off x="8308257" y="6053549"/>
            <a:ext cx="2284732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/>
              <a:t>Sensor</a:t>
            </a:r>
            <a:r>
              <a:rPr lang="en-GB" b="1"/>
              <a:t> Creative Board</a:t>
            </a:r>
            <a:endParaRPr/>
          </a:p>
        </p:txBody>
      </p:sp>
      <p:sp>
        <p:nvSpPr>
          <p:cNvPr id="108873707" name="TextBox 45"/>
          <p:cNvSpPr txBox="1"/>
          <p:nvPr/>
        </p:nvSpPr>
        <p:spPr bwMode="auto">
          <a:xfrm>
            <a:off x="2099187" y="5980855"/>
            <a:ext cx="2394793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/>
              <a:t>Sensor</a:t>
            </a:r>
            <a:r>
              <a:rPr lang="en-GB" b="1"/>
              <a:t> Kit Components</a:t>
            </a:r>
            <a:endParaRPr/>
          </a:p>
        </p:txBody>
      </p:sp>
      <p:pic>
        <p:nvPicPr>
          <p:cNvPr id="1496148476" name="Picture 149614847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8368" y="1421484"/>
            <a:ext cx="6174877" cy="44363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E0CF6A-5129-7CA3-6773-F100C9D44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759" y="1201479"/>
            <a:ext cx="5122034" cy="4656394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94B36B-9D91-27D4-8920-6B376B876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03158-3036-9A1A-9225-739DA8DE3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6739" y="49696"/>
            <a:ext cx="2755261" cy="7426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9D4677-134E-B486-F645-BF59575DA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SFL02: MULTIPLE LED CONTROL(TRAFFIC LIGHT SEQUENCE)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6243EC8-0A21-ABA8-59DC-5733E4237E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77144"/>
            <a:ext cx="3750892" cy="25210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E257C6-4FF6-241B-DED8-18BA61D61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882" y="2340761"/>
            <a:ext cx="1494750" cy="17938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BFCBA9-2130-9109-FA3D-88057BEE6E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 flipH="1">
            <a:off x="2713646" y="4498235"/>
            <a:ext cx="3708948" cy="20804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F36750-6F57-8034-E3D6-3F86FD0D45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138" y="1946206"/>
            <a:ext cx="3708949" cy="2552029"/>
          </a:xfrm>
          <a:prstGeom prst="rect">
            <a:avLst/>
          </a:prstGeom>
        </p:spPr>
      </p:pic>
      <p:pic>
        <p:nvPicPr>
          <p:cNvPr id="2" name="Picture 4" descr="How to blink a LED with arduino?">
            <a:extLst>
              <a:ext uri="{FF2B5EF4-FFF2-40B4-BE49-F238E27FC236}">
                <a16:creationId xmlns:a16="http://schemas.microsoft.com/office/drawing/2014/main" id="{86AB957C-67B1-CBB3-681E-FB2FF0CAA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7138" y="4616745"/>
            <a:ext cx="3461485" cy="1639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3FDAE14-24D4-0F16-15B1-1B22B435B69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36739" y="49696"/>
            <a:ext cx="2755261" cy="74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832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E679E-A322-3D9C-588C-B1606DA36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SFL02: MULTIPLE LED CONTROL(TRAFFIC LIGHT SEQUENCE)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A6E1C9-1F04-C9A1-C13C-45F3EA56AEA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43192" y="2089938"/>
            <a:ext cx="5004435" cy="3319145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68FF184-8843-19D4-9DF4-6C64BCE1E4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191779"/>
              </p:ext>
            </p:extLst>
          </p:nvPr>
        </p:nvGraphicFramePr>
        <p:xfrm>
          <a:off x="5901180" y="2568062"/>
          <a:ext cx="4390796" cy="22592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5398">
                  <a:extLst>
                    <a:ext uri="{9D8B030D-6E8A-4147-A177-3AD203B41FA5}">
                      <a16:colId xmlns:a16="http://schemas.microsoft.com/office/drawing/2014/main" val="702697952"/>
                    </a:ext>
                  </a:extLst>
                </a:gridCol>
                <a:gridCol w="2195398">
                  <a:extLst>
                    <a:ext uri="{9D8B030D-6E8A-4147-A177-3AD203B41FA5}">
                      <a16:colId xmlns:a16="http://schemas.microsoft.com/office/drawing/2014/main" val="1530236148"/>
                    </a:ext>
                  </a:extLst>
                </a:gridCol>
              </a:tblGrid>
              <a:tr h="430469">
                <a:tc>
                  <a:txBody>
                    <a:bodyPr/>
                    <a:lstStyle/>
                    <a:p>
                      <a:r>
                        <a:rPr lang="en-IN" dirty="0"/>
                        <a:t>Arduino pins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LEDs(Breadboard)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4952244"/>
                  </a:ext>
                </a:extLst>
              </a:tr>
              <a:tr h="430469">
                <a:tc>
                  <a:txBody>
                    <a:bodyPr/>
                    <a:lstStyle/>
                    <a:p>
                      <a:r>
                        <a:rPr lang="en-IN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GND(light blue lines)</a:t>
                      </a:r>
                    </a:p>
                    <a:p>
                      <a:r>
                        <a:rPr lang="en-IN" dirty="0"/>
                        <a:t>Short ends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780389"/>
                  </a:ext>
                </a:extLst>
              </a:tr>
              <a:tr h="430469">
                <a:tc>
                  <a:txBody>
                    <a:bodyPr/>
                    <a:lstStyle/>
                    <a:p>
                      <a:r>
                        <a:rPr lang="en-IN" dirty="0"/>
                        <a:t>Digital pin(7,9,10)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LEDs (Long end)</a:t>
                      </a:r>
                    </a:p>
                    <a:p>
                      <a:r>
                        <a:rPr lang="en-IN" dirty="0"/>
                        <a:t>Red-9</a:t>
                      </a:r>
                      <a:br>
                        <a:rPr lang="en-IN" dirty="0"/>
                      </a:br>
                      <a:r>
                        <a:rPr lang="en-IN" dirty="0"/>
                        <a:t>yellow-7</a:t>
                      </a:r>
                      <a:br>
                        <a:rPr lang="en-IN" dirty="0"/>
                      </a:br>
                      <a:r>
                        <a:rPr lang="en-IN" dirty="0"/>
                        <a:t>Green-10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291232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9200ABB-F7A0-3ED9-E788-92ECA8AB1E7E}"/>
              </a:ext>
            </a:extLst>
          </p:cNvPr>
          <p:cNvSpPr txBox="1"/>
          <p:nvPr/>
        </p:nvSpPr>
        <p:spPr>
          <a:xfrm>
            <a:off x="6096000" y="1960775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Connections: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BDDEE2-DA20-FEE3-E73B-DB6FDB44F2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36739" y="49696"/>
            <a:ext cx="2755261" cy="74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766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3A92F-99D5-3942-92EF-2319DB30C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solidFill>
                  <a:srgbClr val="FF0000"/>
                </a:solidFill>
              </a:rPr>
              <a:t>SFL02: MULTIPLE LED CONTROL(TRAFFIC LIGHT SEQUENCE)</a:t>
            </a:r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3E5052-4048-77D8-5FAC-A51AB9200C32}"/>
              </a:ext>
            </a:extLst>
          </p:cNvPr>
          <p:cNvSpPr/>
          <p:nvPr/>
        </p:nvSpPr>
        <p:spPr>
          <a:xfrm>
            <a:off x="838200" y="1873577"/>
            <a:ext cx="5156462" cy="3110846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GB" dirty="0"/>
              <a:t>setup()</a:t>
            </a:r>
          </a:p>
          <a:p>
            <a:r>
              <a:rPr lang="en-GB" dirty="0"/>
              <a:t>    • attach LED </a:t>
            </a:r>
            <a:br>
              <a:rPr lang="en-GB" dirty="0"/>
            </a:br>
            <a:r>
              <a:rPr lang="en-GB" dirty="0"/>
              <a:t>	RED – PIN9</a:t>
            </a:r>
            <a:br>
              <a:rPr lang="en-GB" dirty="0"/>
            </a:br>
            <a:r>
              <a:rPr lang="en-GB" dirty="0"/>
              <a:t>	YELLOW – PIN7</a:t>
            </a:r>
          </a:p>
          <a:p>
            <a:r>
              <a:rPr lang="en-GB" dirty="0"/>
              <a:t>	GREEN – PIN10</a:t>
            </a:r>
          </a:p>
          <a:p>
            <a:r>
              <a:rPr lang="en-GB" dirty="0"/>
              <a:t>loop()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IN" dirty="0"/>
              <a:t>The red light is turned on for 5 seconds. </a:t>
            </a:r>
            <a:endParaRPr lang="en-IN" sz="1600" dirty="0"/>
          </a:p>
          <a:p>
            <a:pPr lvl="1" fontAlgn="base"/>
            <a:r>
              <a:rPr lang="en-IN" dirty="0"/>
              <a:t>The green light is turned on for 5 seconds. The yellow light is turned on for 2 seconds. </a:t>
            </a:r>
            <a:endParaRPr lang="en-IN" sz="1600" dirty="0"/>
          </a:p>
          <a:p>
            <a:r>
              <a:rPr lang="en-IN" dirty="0"/>
              <a:t>  The sequence then repeats indefinitely.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DA5A69-40E8-C5EB-4BDB-03DAA7A4C844}"/>
              </a:ext>
            </a:extLst>
          </p:cNvPr>
          <p:cNvSpPr/>
          <p:nvPr/>
        </p:nvSpPr>
        <p:spPr>
          <a:xfrm>
            <a:off x="6872140" y="1941921"/>
            <a:ext cx="3601039" cy="274320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IN" b="1" u="sng" dirty="0"/>
              <a:t>Code for Lesson SFL02:</a:t>
            </a:r>
          </a:p>
          <a:p>
            <a:endParaRPr lang="en-IN" b="1" u="sng" dirty="0"/>
          </a:p>
          <a:p>
            <a:endParaRPr lang="en-IN" b="1" u="sng" dirty="0"/>
          </a:p>
          <a:p>
            <a:r>
              <a:rPr lang="en-IN" b="1" u="sng" dirty="0">
                <a:solidFill>
                  <a:schemeClr val="accent1"/>
                </a:solidFill>
              </a:rPr>
              <a:t>https://github.com/info-zas/zas-robotics-sensors/blob/main/01_FoundationProjects/01_Code/_02_ControllingMultipleLEDs/_02_ControllingMultipleLEDs.ino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3BC663-D2FA-077E-90B6-3C4442FD36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36739" y="49696"/>
            <a:ext cx="2755261" cy="74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802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6B728-8BB7-BC9C-5D35-A339A6EC5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23C45-3BB6-1360-2E37-9CCF6DD2A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>
                <a:solidFill>
                  <a:srgbClr val="FF0000"/>
                </a:solidFill>
              </a:rPr>
              <a:t>SFL02: MULTIPLE LED CONTROL(TRAFFIC LIGHT SEQUENCE)</a:t>
            </a:r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825E53-A799-ED81-F026-1C6A5AFA8D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36739" y="49696"/>
            <a:ext cx="2755261" cy="742629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D5B0B836-6251-9782-E0A7-270EA1D341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67538" y="1938338"/>
            <a:ext cx="4386262" cy="4238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The creative board already has built-in LED lights.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These LEDs are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pre-connected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to Arduino pins.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This setup removes the need for additional wiring.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The design prevents wire clutter and keeps the workspace neat.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It lets users focus more on the project rather than wiring.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Ideal for beginners learning Arduino without hassle.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7F2DD8-706C-0CD9-24EF-D1A9BF6FAE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984248" y="1332636"/>
            <a:ext cx="4040886" cy="538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722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250</Words>
  <Application>Microsoft Office PowerPoint</Application>
  <PresentationFormat>Widescreen</PresentationFormat>
  <Paragraphs>40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Sensor Kit (Kit 1) ZAS Robotics Training</vt:lpstr>
      <vt:lpstr>Sensor Kit - Contents</vt:lpstr>
      <vt:lpstr>SFL02: MULTIPLE LED CONTROL(TRAFFIC LIGHT SEQUENCE)</vt:lpstr>
      <vt:lpstr>SFL02: MULTIPLE LED CONTROL(TRAFFIC LIGHT SEQUENCE)</vt:lpstr>
      <vt:lpstr>SFL02: MULTIPLE LED CONTROL(TRAFFIC LIGHT SEQUENCE)</vt:lpstr>
      <vt:lpstr>SFL02: MULTIPLE LED CONTROL(TRAFFIC LIGHT SEQUENCE)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Raafia Shaik</dc:creator>
  <cp:lastModifiedBy>shaikraahila136@outlook.com</cp:lastModifiedBy>
  <cp:revision>9</cp:revision>
  <dcterms:created xsi:type="dcterms:W3CDTF">2025-12-17T16:52:59Z</dcterms:created>
  <dcterms:modified xsi:type="dcterms:W3CDTF">2026-01-18T17:24:50Z</dcterms:modified>
</cp:coreProperties>
</file>