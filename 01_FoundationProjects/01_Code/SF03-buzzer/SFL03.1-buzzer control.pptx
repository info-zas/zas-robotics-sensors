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9" r:id="rId3"/>
    <p:sldId id="256" r:id="rId4"/>
    <p:sldId id="260" r:id="rId5"/>
    <p:sldId id="261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459792-AC9D-4610-BF36-778172DFA8CA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69C41C-EAEB-4E1D-9AF8-69CEFF6B19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870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09962B-3B3C-CD16-CF97-8806D4E439CB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735F144-4477-3278-DD0A-BB5203ABE0DE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ED3E7-1CFA-582D-936B-11CA47744F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12E478-A323-0AD3-E9AF-9E16C9BE57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0CB9C-F367-5A2C-64D2-B3FE34DB0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1CE8F-3337-4B6F-9C52-3137ED31F4E0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C0068-E1B4-F244-C4F6-3875065C0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FF47D-68CC-9A45-B548-2EC7FE7D4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A3B38-FAC1-4B7D-836B-B81427399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6199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1A6B8-FF2B-1FE4-77A6-2AD016DA9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01B36-B7E9-9E87-377C-C754C8D8AF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42EDA-239B-A9E6-B6C6-82520EC35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1CE8F-3337-4B6F-9C52-3137ED31F4E0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A8045D-6E40-8C0E-4A2D-78B863C05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84FEE7-2BC7-8291-3B45-1CA9698FB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A3B38-FAC1-4B7D-836B-B81427399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7570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CF4F9-A868-A182-C177-653DCC8A1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DEB75B-2A12-2583-D5C9-E0FEC8CA25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7AB48-49AD-46F2-616A-0C32AF454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1CE8F-3337-4B6F-9C52-3137ED31F4E0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FC4DD-475D-C926-6BA4-4F05EB984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D2B34-C094-CB25-6037-1E0278248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A3B38-FAC1-4B7D-836B-B81427399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2865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310A5-3503-C053-0237-8C6541B2E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9D297-7102-F10C-A11A-2592A89810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576073-5BA3-E28A-FD15-B45150E4E7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50D1BC-2EAA-3076-1503-D966E9C46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1CE8F-3337-4B6F-9C52-3137ED31F4E0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D7E436-9688-1F13-6A8D-643C25673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7D74EC-D872-3CF9-C46F-E35BF977A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A3B38-FAC1-4B7D-836B-B81427399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0555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C4167-C31D-0BE6-00D7-0942760D7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E4D2E5-452E-42A9-2B60-F5F13AAD94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B0174C-5D4F-7509-4FEF-BB84580C24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BD4C29-F773-092C-AD37-E16B14DC8D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8A79C0-F3CD-6E9E-3032-D329582ED2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A335EB-47C4-1412-A062-493EBBB24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1CE8F-3337-4B6F-9C52-3137ED31F4E0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C353C7-DB3D-F95E-63ED-259C92AB9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5B05DA-E4B1-7996-7A5A-A4575A7AD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A3B38-FAC1-4B7D-836B-B81427399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4375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3BD82-0097-BEBA-976B-6622EE549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FAE74C-F8A5-73AE-C266-39F776180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1CE8F-3337-4B6F-9C52-3137ED31F4E0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62EE07-1909-16A2-294C-50E8FD804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768B34-07CB-2A74-5564-40BD7290E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A3B38-FAC1-4B7D-836B-B81427399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0138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1611D1-B2B2-FF7E-C1EA-60D57FAA1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1CE8F-3337-4B6F-9C52-3137ED31F4E0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50134B-80E2-5AA5-B70D-A42B44A40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F5914-B6F0-8A94-2D6E-152C78AC2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A3B38-FAC1-4B7D-836B-B81427399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3941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3B2E2-6A07-1144-63E0-C9456A369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175B8-42AC-E72D-B885-C380B43A3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846F0E-E4AC-C729-0E7A-3A0D66189A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1BC857-D3B2-4A46-5634-F0D5062DE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1CE8F-3337-4B6F-9C52-3137ED31F4E0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DFAEC8-4E76-0B97-9144-6652E7154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E7EA69-2FCF-E2A1-E737-6EA9F6FC7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A3B38-FAC1-4B7D-836B-B81427399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8394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5A9E2-151E-A435-D2FF-DAEF3F8C4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54A40C-D707-65A8-A6F1-E8A833370D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376AC4-CCE0-1A76-D54E-26815973C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1A0807-A9BE-66B5-1BE3-85AC7D20A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1CE8F-3337-4B6F-9C52-3137ED31F4E0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6527CB-A733-F195-DAD2-A1CECEB64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CDDBB5-0580-9168-F865-E45FB18BD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A3B38-FAC1-4B7D-836B-B81427399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9231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4104B-9F17-457D-E764-7820A2643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6F0D55-2B2C-5615-B3BD-F096A36B8E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5D8073-7F99-FC26-DAF6-31EBB468D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1CE8F-3337-4B6F-9C52-3137ED31F4E0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78733-0FCB-794D-6699-4D5A0A16A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9FC6AE-2D82-C113-D9CD-05634D2E5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A3B38-FAC1-4B7D-836B-B81427399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3719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28D0B2-5E1E-DAD3-76D1-8523AB7AC7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8AC6B7-E4F3-9878-1F66-143CDAE460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0E77FC-15C5-F99C-1599-2FB0CBA4D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1CE8F-3337-4B6F-9C52-3137ED31F4E0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849166-CB39-9A86-3E5F-6350D9B5E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A06D2-C3DC-BDC7-8C46-7FEE7CD45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A3B38-FAC1-4B7D-836B-B81427399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1492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DEEBD4-C0D1-71A5-17DB-74C578C9E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E149E1-5E4C-B6D5-0E85-F3BB999800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6F881-AB00-5E40-84BE-F002BC5F08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71CE8F-3337-4B6F-9C52-3137ED31F4E0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163D20-155D-F0D2-9FB5-381167D671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A9520-75DC-F88C-4E3C-C77111B027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EA3B38-FAC1-4B7D-836B-B81427399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4797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968248" name="Title 1"/>
          <p:cNvSpPr>
            <a:spLocks noGrp="1"/>
          </p:cNvSpPr>
          <p:nvPr>
            <p:ph type="ctrTitle"/>
          </p:nvPr>
        </p:nvSpPr>
        <p:spPr bwMode="auto">
          <a:xfrm>
            <a:off x="1524000" y="1763252"/>
            <a:ext cx="9144000" cy="23876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>
                <a:solidFill>
                  <a:srgbClr val="FF3300"/>
                </a:solidFill>
              </a:rPr>
              <a:t>Sensor</a:t>
            </a:r>
            <a:r>
              <a:rPr lang="en-GB" b="1" dirty="0">
                <a:solidFill>
                  <a:srgbClr val="FF3300"/>
                </a:solidFill>
              </a:rPr>
              <a:t> Kit (Kit 1)</a:t>
            </a:r>
            <a:br>
              <a:rPr lang="en-GB" b="1" dirty="0">
                <a:solidFill>
                  <a:srgbClr val="FF3300"/>
                </a:solidFill>
              </a:rPr>
            </a:br>
            <a:r>
              <a:rPr lang="en-GB" b="1" dirty="0">
                <a:solidFill>
                  <a:srgbClr val="0070C0"/>
                </a:solidFill>
              </a:rPr>
              <a:t>ZAS Robotics Training</a:t>
            </a:r>
            <a:endParaRPr lang="en-GB" dirty="0">
              <a:solidFill>
                <a:srgbClr val="0070C0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ED65F1-B05D-0F42-06D6-FC07DD7CF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06/12/2025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2C2207-41A7-973C-48CB-A47BC469C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3A2A5D-5A42-4533-ACF4-15D55555B360}" type="slidenum">
              <a:rPr lang="en-GB" smtClean="0"/>
              <a:t>1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29D131-2A2A-10D9-EBBF-422D12CD6A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2180" y="501650"/>
            <a:ext cx="4042963" cy="10897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046901" name="Title 1"/>
          <p:cNvSpPr>
            <a:spLocks noGrp="1"/>
          </p:cNvSpPr>
          <p:nvPr>
            <p:ph type="title"/>
          </p:nvPr>
        </p:nvSpPr>
        <p:spPr bwMode="auto">
          <a:xfrm>
            <a:off x="409882" y="9592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b="1" kern="1200" dirty="0">
                <a:solidFill>
                  <a:srgbClr val="FF3300"/>
                </a:solidFill>
              </a:rPr>
              <a:t>Sensor Kit - Contents</a:t>
            </a:r>
            <a:endParaRPr b="1" kern="1200" dirty="0">
              <a:solidFill>
                <a:srgbClr val="FF3300"/>
              </a:solidFill>
            </a:endParaRPr>
          </a:p>
        </p:txBody>
      </p:sp>
      <p:sp>
        <p:nvSpPr>
          <p:cNvPr id="361717547" name="TextBox 20"/>
          <p:cNvSpPr txBox="1"/>
          <p:nvPr/>
        </p:nvSpPr>
        <p:spPr bwMode="auto">
          <a:xfrm>
            <a:off x="8308257" y="6053549"/>
            <a:ext cx="2284732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b="1"/>
              <a:t>Sensor</a:t>
            </a:r>
            <a:r>
              <a:rPr lang="en-GB" b="1"/>
              <a:t> Creative Board</a:t>
            </a:r>
            <a:endParaRPr/>
          </a:p>
        </p:txBody>
      </p:sp>
      <p:sp>
        <p:nvSpPr>
          <p:cNvPr id="108873707" name="TextBox 45"/>
          <p:cNvSpPr txBox="1"/>
          <p:nvPr/>
        </p:nvSpPr>
        <p:spPr bwMode="auto">
          <a:xfrm>
            <a:off x="2099187" y="5980855"/>
            <a:ext cx="2394793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b="1"/>
              <a:t>Sensor</a:t>
            </a:r>
            <a:r>
              <a:rPr lang="en-GB" b="1"/>
              <a:t> Kit Components</a:t>
            </a:r>
            <a:endParaRPr/>
          </a:p>
        </p:txBody>
      </p:sp>
      <p:pic>
        <p:nvPicPr>
          <p:cNvPr id="1496148476" name="Picture 1496148475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8368" y="1421484"/>
            <a:ext cx="6174877" cy="443638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9E0CF6A-5129-7CA3-6773-F100C9D448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4759" y="1201479"/>
            <a:ext cx="5122034" cy="4656394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94B36B-9D91-27D4-8920-6B376B876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06/12/2025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E03158-3036-9A1A-9225-739DA8DE3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3A2A5D-5A42-4533-ACF4-15D55555B360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29D131-2A2A-10D9-EBBF-422D12CD6A5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6739" y="49696"/>
            <a:ext cx="2755261" cy="7426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55B9BB0-BA1F-483B-7EE8-F70243743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SFL03: BUZZER CONTROL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79F660A-C1C6-1962-B162-FF0DDB4952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Things Needed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CAE75B-4561-5478-84F9-D1486A2CC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586" y="2280402"/>
            <a:ext cx="3417779" cy="22971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47A094-3BD2-3BC1-1BC7-4F28858D47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>
            <a:off x="1654383" y="4577598"/>
            <a:ext cx="3417779" cy="19171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C5866A-610D-D60A-63AE-EBBA3597C0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7852" y="1828351"/>
            <a:ext cx="3708949" cy="25520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1E1C8FA-C97D-8691-B9B7-00A6ED6581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2162" y="2207439"/>
            <a:ext cx="1494750" cy="1793855"/>
          </a:xfrm>
          <a:prstGeom prst="rect">
            <a:avLst/>
          </a:prstGeom>
        </p:spPr>
      </p:pic>
      <p:pic>
        <p:nvPicPr>
          <p:cNvPr id="1026" name="Picture 2" descr="Buzzer : Working, Types, Circuit, Advantages &amp; Disadvantages">
            <a:extLst>
              <a:ext uri="{FF2B5EF4-FFF2-40B4-BE49-F238E27FC236}">
                <a16:creationId xmlns:a16="http://schemas.microsoft.com/office/drawing/2014/main" id="{05DD1703-E9B9-1938-B478-4105107267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5961" y="4562087"/>
            <a:ext cx="1766312" cy="1948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EC47439-090B-6680-802E-24201140C23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36739" y="49696"/>
            <a:ext cx="2755261" cy="74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824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CA0CC-2012-0874-6B4A-0AFE05D90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SFL03: BUZZER CONTROL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33B489-3064-8419-E012-838213F69DD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60045" y="2134480"/>
            <a:ext cx="5735955" cy="3456305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1F7F096-0844-53DB-2206-3DEC51E4EE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3453140"/>
              </p:ext>
            </p:extLst>
          </p:nvPr>
        </p:nvGraphicFramePr>
        <p:xfrm>
          <a:off x="6096000" y="3038658"/>
          <a:ext cx="4730162" cy="140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5081">
                  <a:extLst>
                    <a:ext uri="{9D8B030D-6E8A-4147-A177-3AD203B41FA5}">
                      <a16:colId xmlns:a16="http://schemas.microsoft.com/office/drawing/2014/main" val="3654408208"/>
                    </a:ext>
                  </a:extLst>
                </a:gridCol>
                <a:gridCol w="2365081">
                  <a:extLst>
                    <a:ext uri="{9D8B030D-6E8A-4147-A177-3AD203B41FA5}">
                      <a16:colId xmlns:a16="http://schemas.microsoft.com/office/drawing/2014/main" val="3099254246"/>
                    </a:ext>
                  </a:extLst>
                </a:gridCol>
              </a:tblGrid>
              <a:tr h="382280">
                <a:tc>
                  <a:txBody>
                    <a:bodyPr/>
                    <a:lstStyle/>
                    <a:p>
                      <a:r>
                        <a:rPr lang="en-IN" dirty="0"/>
                        <a:t>Arduino pins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Breadboard (BUZZER PINS)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087559"/>
                  </a:ext>
                </a:extLst>
              </a:tr>
              <a:tr h="382280">
                <a:tc>
                  <a:txBody>
                    <a:bodyPr/>
                    <a:lstStyle/>
                    <a:p>
                      <a:r>
                        <a:rPr lang="en-IN" dirty="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NEGATIVE PIN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5213440"/>
                  </a:ext>
                </a:extLst>
              </a:tr>
              <a:tr h="382280">
                <a:tc>
                  <a:txBody>
                    <a:bodyPr/>
                    <a:lstStyle/>
                    <a:p>
                      <a:r>
                        <a:rPr lang="en-IN" dirty="0"/>
                        <a:t>DIGITAL PIN 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POSITIVE PIN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661866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BEEDF3B-B3BA-7875-860D-3DA8ABFA4913}"/>
              </a:ext>
            </a:extLst>
          </p:cNvPr>
          <p:cNvSpPr txBox="1"/>
          <p:nvPr/>
        </p:nvSpPr>
        <p:spPr>
          <a:xfrm>
            <a:off x="6278252" y="2696066"/>
            <a:ext cx="1426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Connections: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312FE8-3A95-49E2-29CF-E7B791C04B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36739" y="49696"/>
            <a:ext cx="2755261" cy="74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411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76B9A-D3A8-D0C4-FD72-090739315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SFL03: BUZZER CONTROL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E47D91-DF97-4CF9-5142-B9C4823BA70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36739" y="49696"/>
            <a:ext cx="2755261" cy="74262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F4B3263-02E9-E72A-85B1-72463AA39DC1}"/>
              </a:ext>
            </a:extLst>
          </p:cNvPr>
          <p:cNvSpPr/>
          <p:nvPr/>
        </p:nvSpPr>
        <p:spPr>
          <a:xfrm>
            <a:off x="1159497" y="2290713"/>
            <a:ext cx="4936503" cy="2498103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Define buzzer pin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Setup()</a:t>
            </a:r>
            <a:br>
              <a:rPr lang="en-IN" dirty="0"/>
            </a:br>
            <a:r>
              <a:rPr lang="en-IN" dirty="0"/>
              <a:t>Positive side of buzzer to Digital pin 12</a:t>
            </a:r>
            <a:br>
              <a:rPr lang="en-IN" dirty="0"/>
            </a:br>
            <a:r>
              <a:rPr lang="en-IN" dirty="0"/>
              <a:t>negative side to GND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Loop()</a:t>
            </a:r>
            <a:br>
              <a:rPr lang="en-IN" dirty="0"/>
            </a:br>
            <a:r>
              <a:rPr lang="en-IN" dirty="0"/>
              <a:t>When the microcontroller sends a HIGH signal to the buzzer, it will emit a sound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35C2E6-6868-4F4E-EAB5-41F620CC0E7D}"/>
              </a:ext>
            </a:extLst>
          </p:cNvPr>
          <p:cNvSpPr/>
          <p:nvPr/>
        </p:nvSpPr>
        <p:spPr>
          <a:xfrm>
            <a:off x="6645897" y="2361413"/>
            <a:ext cx="3836709" cy="2356701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IN" b="1" u="sng" dirty="0"/>
              <a:t>Code for Lesson SFL03:</a:t>
            </a:r>
          </a:p>
          <a:p>
            <a:endParaRPr lang="en-IN" b="1" dirty="0"/>
          </a:p>
          <a:p>
            <a:r>
              <a:rPr lang="en-IN" b="1" u="sng" dirty="0">
                <a:solidFill>
                  <a:schemeClr val="accent1"/>
                </a:solidFill>
              </a:rPr>
              <a:t>https://github.com/info-zas/zas-robotics-sensors/blob/main/01_FoundationProjects/01_Code/_03_GeneratingSoundAlertWithBuzzer/_03_GeneratingSoundAlertWithBuzzer.ino</a:t>
            </a:r>
          </a:p>
        </p:txBody>
      </p:sp>
    </p:spTree>
    <p:extLst>
      <p:ext uri="{BB962C8B-B14F-4D97-AF65-F5344CB8AC3E}">
        <p14:creationId xmlns:p14="http://schemas.microsoft.com/office/powerpoint/2010/main" val="1295351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E9A44-244E-725A-A34D-C87379318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175F6-697A-EA8C-D17C-FD6E0BB15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SFL03: BUZZER CONTROL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787F98-BFCC-EFA0-3CAE-89145CB1AD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36739" y="49696"/>
            <a:ext cx="2755261" cy="742629"/>
          </a:xfrm>
          <a:prstGeom prst="rect">
            <a:avLst/>
          </a:prstGeom>
        </p:spPr>
      </p:pic>
      <p:sp>
        <p:nvSpPr>
          <p:cNvPr id="15" name="Rectangle 1">
            <a:extLst>
              <a:ext uri="{FF2B5EF4-FFF2-40B4-BE49-F238E27FC236}">
                <a16:creationId xmlns:a16="http://schemas.microsoft.com/office/drawing/2014/main" id="{1D606E27-5DCE-EFAB-938B-E191E9A00151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677027" y="2050048"/>
            <a:ext cx="402907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buzzer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already mounted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on the creativity board.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It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pre-connected to Digital Pin 12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of the Arduino.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 additional wiring or breadboard is needed.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Makes the setup clean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hassle-free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Allows you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focus on writing code and building the project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instead of wiring.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54BEE4F-0328-6A11-D45C-9AA9DF4271B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829322" y="1583377"/>
            <a:ext cx="3721950" cy="4962601"/>
          </a:xfrm>
        </p:spPr>
      </p:pic>
    </p:spTree>
    <p:extLst>
      <p:ext uri="{BB962C8B-B14F-4D97-AF65-F5344CB8AC3E}">
        <p14:creationId xmlns:p14="http://schemas.microsoft.com/office/powerpoint/2010/main" val="3242346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186</Words>
  <Application>Microsoft Office PowerPoint</Application>
  <PresentationFormat>Widescreen</PresentationFormat>
  <Paragraphs>33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Sensor Kit (Kit 1) ZAS Robotics Training</vt:lpstr>
      <vt:lpstr>Sensor Kit - Contents</vt:lpstr>
      <vt:lpstr>SFL03: BUZZER CONTROL</vt:lpstr>
      <vt:lpstr>SFL03: BUZZER CONTROL</vt:lpstr>
      <vt:lpstr>SFL03: BUZZER CONTROL</vt:lpstr>
      <vt:lpstr>SFL03: BUZZER CONTROL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Raafia Shaik</dc:creator>
  <cp:lastModifiedBy>shaikraahila136@outlook.com</cp:lastModifiedBy>
  <cp:revision>9</cp:revision>
  <dcterms:created xsi:type="dcterms:W3CDTF">2025-12-18T10:10:24Z</dcterms:created>
  <dcterms:modified xsi:type="dcterms:W3CDTF">2026-01-18T17:25:34Z</dcterms:modified>
</cp:coreProperties>
</file>