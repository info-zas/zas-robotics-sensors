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1" r:id="rId4"/>
    <p:sldId id="256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17:22:02.1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779 22 24575,'11'-1'0,"-1"1"0,1-2 0,11-2 0,19-4 0,52 3-93,0 4 0,155 17 0,182 51-458,-425-66 544,776 175-258,-25 82 274,-535-165-9,303 118 0,-489-199 33,-1-2 0,2-1 0,-1-2-1,63 5 1,-94-12-9,5 0 58,0 0 1,-1 1-1,1 0 1,0 1-1,-1 0 1,12 4-1,-17-4-67,0-1 0,-1 1 0,1 0 0,0 0 0,-1 0 0,0 0-1,1 0 1,-1 1 0,0-1 0,0 1 0,0-1 0,-1 1 0,1 0 0,-1 0 0,1 0 0,-1 0 0,0 0 0,0 0 0,0 0-1,0 0 1,0 5 0,5 35-15,0 83 0,-3-32 0,21 366-177,5 78-236,23-1 181,-2-213 1016,-42-275-746,-1 10-38,-4 0 0,-3 75 0,-2-47 0,-1-37 0,-2 0 0,-3 0 0,-16 61 0,-6 30 0,27-122 0,-1-1 0,0 1 0,-2-1 0,0 0 0,0-1 0,-2 1 0,0-1 0,-1-1 0,-1 0 0,-1 0 0,-14 18 0,8-14 0,1 0 0,-20 35 0,20-28 0,12-21 0,0-1 0,0 1 0,0-1 0,-1 0 0,0 0 0,0-1 0,0 1 0,0-1 0,-1-1 0,1 1 0,-10 4 0,6-4 0,0-1 0,0-1 0,0 1 0,0-1 0,0-1 0,-1 0 0,-15 0 0,7-1 0,-31 0 0,0 2 0,-93 16 0,30 8 0,-153 28 0,-160-34 0,-2-36 0,277 9 0,28 1 0,-679-20 0,-184 28 0,946-4 0,-1-1 0,-59-12 0,-75-28 0,27-8 0,141 48 0,1 1 0,-1-1 0,1 0 0,0 0 0,0-1 0,0 1 0,1-1 0,-1 0 0,1 0 0,0-1 0,0 1 0,0-1 0,1 0 0,0 0 0,0 0 0,0-1 0,0 1 0,1-1 0,0 1 0,-3-12 0,-1-10 0,1 0 0,1 0 0,-1-33 0,5 54 0,-4-120 0,5 1 0,30-203 0,74-245 0,-10 73 0,-46 87 0,-18 127 0,21 32 0,-46 228 0,34-180 0,-30 163 0,-3 10 0,1 0 0,1 0 0,18-39 0,-10 37 0,-2-1 0,-2-1 0,16-67 0,-14 31 0,3 2 0,50-130 0,-57 172 0,-9 21 0,1 0 0,0 0 0,8-12 0,0-1 0,-1 0 0,0 0 0,9-33 0,0-2 0,6-10-1365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F1BDB-831D-40DC-A563-5DA898E1B4B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46CCA-7123-4148-8078-67A6B567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086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E5D7-19E2-BF9A-BE13-3E820A89B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E79EB-9E22-61DB-34F9-6B0A97DEF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26707-A784-4D8A-6C09-48F41C9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67CDE-D010-0275-A883-ECBA9769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F8981-3F44-7B66-FDA0-7D3BE17C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76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D6B8-C245-15FB-8604-01A07E1C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54857-88C9-7A35-936E-E4B382557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AB940-C136-1D49-4717-1856D4E9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0660-30F5-49D7-8CF4-297B74C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1B422-0938-8267-1689-6F0912CD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0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6C17-AB96-3BBC-DCF4-C0DDFA54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4A05-92E8-C504-2633-657F0AED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CA0A-DE34-A6AB-747F-7FA84D1A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7C232-A7AF-A1ED-DB1D-74500B1E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BEB3D-4372-30EC-6A08-B6507A8B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2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3846B-F224-C0E1-41EC-5C64CCF9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A0F87-F5C6-F031-BB2E-E8C41A666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F29B6-774E-3E5A-83A2-D28AA7A75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001AA-F7C1-9FEC-F837-C7275935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0F91E-49F5-90E5-392E-451E944F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B0324-E370-181D-517D-0722FC4B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9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8D56-9EED-261E-BC79-1BD2DC6C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3E12-A252-7B71-919E-9EA2B0477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3F6BB-8957-D5C9-2CA0-B16A49EC6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956E6-9DBB-1622-1207-A37F0ECDC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51B57-5B2B-5DC6-EBC2-2F4FA861D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5CC9C-0EEE-EA2A-9FDD-7C5F6AF8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E1CF6-AD4D-AB66-9FB0-E02CAD1D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7024B2-3FB9-FB74-EC08-B32CDCB6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4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CBBF-7B59-70C0-FA13-7C7A26D0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87033-4632-1520-7555-108D46F1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0A5E8-77F6-DB37-4F6B-743D1715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C2489-75AD-57CD-0650-990299D0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5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E5061-1FA5-9817-E30B-8777FBD8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48783-7B47-9332-8867-EAC4E47B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EAFE7-6CC2-2FD0-BF64-8B24857F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6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AB10-CD6E-79AA-2043-55ED0365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C1260-0434-DBA4-6A58-B1EB4996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86917-5450-0C1E-2F23-B5FE752E7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95119-0EFE-A7E6-7C70-7C772401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833AE-E9E3-D340-57B7-F19A2BF4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402D6-1230-4E4D-84C2-491E8841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11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7B1F-2C47-3957-C19F-4C07A7E6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DCE2A-62C9-A157-D4A4-5DD20B25C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939D4-6490-A125-9F1B-52A94A411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8282F-4CE6-1F41-0732-980BFF6A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0392C-22BF-3AE6-8A32-4833D61E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84E6-6582-68C6-30FA-04D3597C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31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B610-EF8D-66E6-D77E-90AE5857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16E0D-BF10-951E-335F-002E0A15C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8FFC-17EE-10C3-F54C-CBF2E2AE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2E85E-A585-CB56-BE8B-4B98994B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FECCF-FDC4-7DE4-8CD8-1C461FA6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443A2-E683-6762-E1A1-F46504878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EE168-A6AE-1848-FCBA-AD6136947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FE218-E034-0A82-2B1F-C0970352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F5DDC-162E-75A5-3280-969FD958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91AAE-AC55-6B0C-77E8-57B86956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40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66414-B595-3841-41E7-0055A04E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FDE96-ED42-2E37-6573-08FDAC63B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7365D-9E18-254E-BB7B-9E635FEDF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8DAF8-05FE-4B84-9A07-F32FB8EA9C6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0C01B-B8BD-7BA8-7A4B-31C6D7846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F6FE-9B72-163B-3976-CE91F429F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34FFC-9597-4339-8374-204CD730F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0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72FA-BFE9-FC51-C12A-36B7EAA6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747A6A-1B9E-2849-8E9A-30E00546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SFL04: USING RBG LIGHTS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729D0E-98C3-B95E-D07B-DD42DF1B4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7556E2-28FA-3C1D-1C9D-2CCF671C9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9D3D08-63BD-EAD7-7417-F80B1E8E2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174" y="2280402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E33F3-5E40-9B28-52FD-995711249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931958" y="4588731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F46515-5A3A-8B0D-FD20-823F35E6A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7" y="1901314"/>
            <a:ext cx="3708949" cy="2552029"/>
          </a:xfrm>
          <a:prstGeom prst="rect">
            <a:avLst/>
          </a:prstGeom>
        </p:spPr>
      </p:pic>
      <p:pic>
        <p:nvPicPr>
          <p:cNvPr id="1026" name="Picture 2" descr="RGB LED Module – Full-Color Three-Color LED for Arduino">
            <a:extLst>
              <a:ext uri="{FF2B5EF4-FFF2-40B4-BE49-F238E27FC236}">
                <a16:creationId xmlns:a16="http://schemas.microsoft.com/office/drawing/2014/main" id="{1DF7A957-FFC2-BD65-EE3C-27289B2F2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23" y="4817096"/>
            <a:ext cx="2866534" cy="193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1E2663-ACA0-BEED-3998-F6AD2C8FBF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1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F8A7C8-156C-F157-EC7E-53D3B8E3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SFL04: USING RBG LIGHTS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2AE981-F3C3-0C1F-11A4-C717B66079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095751"/>
            <a:ext cx="4812665" cy="328866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C4C462-2632-411D-4C9A-F179AFEC4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290779"/>
              </p:ext>
            </p:extLst>
          </p:nvPr>
        </p:nvGraphicFramePr>
        <p:xfrm>
          <a:off x="6096000" y="3104647"/>
          <a:ext cx="3976016" cy="2258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008">
                  <a:extLst>
                    <a:ext uri="{9D8B030D-6E8A-4147-A177-3AD203B41FA5}">
                      <a16:colId xmlns:a16="http://schemas.microsoft.com/office/drawing/2014/main" val="891916116"/>
                    </a:ext>
                  </a:extLst>
                </a:gridCol>
                <a:gridCol w="1988008">
                  <a:extLst>
                    <a:ext uri="{9D8B030D-6E8A-4147-A177-3AD203B41FA5}">
                      <a16:colId xmlns:a16="http://schemas.microsoft.com/office/drawing/2014/main" val="212419944"/>
                    </a:ext>
                  </a:extLst>
                </a:gridCol>
              </a:tblGrid>
              <a:tr h="404707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 board (RGB sensor)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964265"/>
                  </a:ext>
                </a:extLst>
              </a:tr>
              <a:tr h="404707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GND(violet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887799"/>
                  </a:ext>
                </a:extLst>
              </a:tr>
              <a:tr h="404707">
                <a:tc>
                  <a:txBody>
                    <a:bodyPr/>
                    <a:lstStyle/>
                    <a:p>
                      <a:r>
                        <a:rPr lang="en-IN" dirty="0"/>
                        <a:t>Digital pin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R(red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83237"/>
                  </a:ext>
                </a:extLst>
              </a:tr>
              <a:tr h="404707">
                <a:tc>
                  <a:txBody>
                    <a:bodyPr/>
                    <a:lstStyle/>
                    <a:p>
                      <a:r>
                        <a:rPr lang="en-IN" dirty="0"/>
                        <a:t>Digital pin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G(green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37952"/>
                  </a:ext>
                </a:extLst>
              </a:tr>
              <a:tr h="404707">
                <a:tc>
                  <a:txBody>
                    <a:bodyPr/>
                    <a:lstStyle/>
                    <a:p>
                      <a:r>
                        <a:rPr lang="en-IN" dirty="0"/>
                        <a:t>Digital pin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B(blue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3170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3D20D0-D522-3AF5-B114-9CF54C41846B}"/>
              </a:ext>
            </a:extLst>
          </p:cNvPr>
          <p:cNvSpPr txBox="1"/>
          <p:nvPr/>
        </p:nvSpPr>
        <p:spPr>
          <a:xfrm>
            <a:off x="6183984" y="2498103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FFA983-C97E-7F93-DDDE-BACD0B9EE4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6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6B80-4C0E-68ED-FB9E-FF65028B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947977-7822-A18D-388D-B7A6F9EB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SFL04: USING RBG LIGHTS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0A6221-6663-F97F-AA3A-70C1931AB5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D33001-5674-4294-F34D-42F81F263C7A}"/>
              </a:ext>
            </a:extLst>
          </p:cNvPr>
          <p:cNvSpPr/>
          <p:nvPr/>
        </p:nvSpPr>
        <p:spPr>
          <a:xfrm>
            <a:off x="1027522" y="2366128"/>
            <a:ext cx="5068478" cy="314855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connect RGB sensor pins </a:t>
            </a:r>
            <a:br>
              <a:rPr lang="en-IN" dirty="0"/>
            </a:br>
            <a:r>
              <a:rPr lang="en-IN" dirty="0"/>
              <a:t>R – digital pin 9</a:t>
            </a:r>
            <a:br>
              <a:rPr lang="en-IN" dirty="0"/>
            </a:br>
            <a:r>
              <a:rPr lang="en-IN" dirty="0"/>
              <a:t>G – digital pin 10</a:t>
            </a:r>
            <a:br>
              <a:rPr lang="en-IN" dirty="0"/>
            </a:br>
            <a:r>
              <a:rPr lang="en-IN" dirty="0"/>
              <a:t>B – digital pin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to control the colour output using a microcontroller, and how to create various colours by adjusting the intensity of each colour channel.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342B2-ACFC-3B72-37CD-37268D96C8A6}"/>
              </a:ext>
            </a:extLst>
          </p:cNvPr>
          <p:cNvSpPr/>
          <p:nvPr/>
        </p:nvSpPr>
        <p:spPr>
          <a:xfrm>
            <a:off x="6890994" y="2366128"/>
            <a:ext cx="4147794" cy="303543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SFL04:</a:t>
            </a:r>
          </a:p>
          <a:p>
            <a:endParaRPr lang="en-IN" b="1" u="sng" dirty="0"/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https://github.com/info-zas/zas-robotics-sensors/blob/main/01_FoundationProjects/01_Code/_04_ColorMixingWithRGBLEDusingPWM/_04_ColorMixingWithRGBLEDusingPWM.ino</a:t>
            </a:r>
          </a:p>
        </p:txBody>
      </p:sp>
    </p:spTree>
    <p:extLst>
      <p:ext uri="{BB962C8B-B14F-4D97-AF65-F5344CB8AC3E}">
        <p14:creationId xmlns:p14="http://schemas.microsoft.com/office/powerpoint/2010/main" val="115520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FB21-8CE6-D177-AD69-1A58890C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F2D8E8-3B14-CAD6-014A-C537FCC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SFL04: USING RBG LIGHTS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64B35F-0EE2-6762-5DF7-101FC4136D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82C7E062-A7BE-6CB3-2CB2-847EE4995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3673" y="1969701"/>
            <a:ext cx="4480527" cy="36933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/>
              <a:t>The creative board already has built-in LED lights.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/>
              <a:t>For RGB sensor we can connect to free connector or four pin slot J11 or J14 and define pins in the code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/>
              <a:t>This setup removes the need for additional wiring.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/>
              <a:t>The design prevents wire clutter and keeps the workspace neat.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/>
              <a:t>It lets users focus more on the project rather than wiring.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0" dirty="0"/>
              <a:t>Ideal for beginners learning Arduino without hassle.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D32E17A7-7EA7-C93C-4DBA-2D328D9CD4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19281" y="1604906"/>
            <a:ext cx="3476957" cy="4635943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0FBDED-017B-3367-AAFD-5DEC547045BA}"/>
                  </a:ext>
                </a:extLst>
              </p14:cNvPr>
              <p14:cNvContentPartPr/>
              <p14:nvPr/>
            </p14:nvContentPartPr>
            <p14:xfrm>
              <a:off x="3444840" y="4674160"/>
              <a:ext cx="1644480" cy="1584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0FBDED-017B-3367-AAFD-5DEC547045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9200" y="4638520"/>
                <a:ext cx="1716120" cy="165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9857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247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SFL04: USING RBG LIGHTS</vt:lpstr>
      <vt:lpstr>SFL04: USING RBG LIGHTS</vt:lpstr>
      <vt:lpstr>SFL04: USING RBG LIGHTS</vt:lpstr>
      <vt:lpstr>SFL04: USING RBG LIGHTS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6</cp:revision>
  <dcterms:created xsi:type="dcterms:W3CDTF">2025-12-18T10:19:40Z</dcterms:created>
  <dcterms:modified xsi:type="dcterms:W3CDTF">2026-01-18T17:23:36Z</dcterms:modified>
</cp:coreProperties>
</file>