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56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52183-91BF-4F73-82FF-129267AB325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D5623-4A36-41AC-95EE-58C19BC43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09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375A4-5362-48AA-5254-7B393649C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59D3E2-0701-35E7-561D-CE993DB10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58695-A67D-ED68-8535-F8448552A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885-EB42-43C7-BA36-AD6DF945DB0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702A5-D3A4-ED10-2017-36C108584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2ABBE-7107-40CC-DA0F-E01D2ECC7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66E2A-E575-4DD9-81AC-BC124A5DE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261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A58D4-935A-2B82-A881-C83F6CEA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4177-B263-7985-AE73-CE96861DA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AA91-616D-E16A-10F2-2FB207BCD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885-EB42-43C7-BA36-AD6DF945DB0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E86D1-02BB-9FEC-0708-B1DC49AA0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3FA93-9BB2-D162-304C-BC57A234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66E2A-E575-4DD9-81AC-BC124A5DE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237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5137E-42C0-9EFE-E52F-7D8461B02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5C23A-B6D5-D72D-9E24-3CF06E900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59385-201D-14C0-DEA2-FFC46C1F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885-EB42-43C7-BA36-AD6DF945DB0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F0A3A-C7E1-14C6-787F-97646343C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A39EB-384A-DBD6-B39A-F20D0372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66E2A-E575-4DD9-81AC-BC124A5DE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4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D5A96-B548-7838-7F55-824E88A0A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9A012-D4BA-ECC4-9A5D-96410BC90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7013B-2FF6-D405-E67C-49BD1E204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DE858-7D5D-806B-2AEF-11442152E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885-EB42-43C7-BA36-AD6DF945DB0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83B49-313C-FCD6-E003-5950087C2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EE6F7-EF5D-62F5-9C4F-2827CDD2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66E2A-E575-4DD9-81AC-BC124A5DE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531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7EC6-21CA-672B-F4FE-72B7C9CA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AE9D3-4911-110C-EB85-D79E391BB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4C6D8-100F-A0B5-F84A-0DBC3360C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BCD94C-9389-A66E-10FA-4E200131D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34E422-F9F7-B3D4-24D9-340F96AC4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9154E-95C9-BF36-8789-75C4B7EB3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885-EB42-43C7-BA36-AD6DF945DB0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C4F533-8715-B60B-80CD-4AB558FB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E79E53-A2C5-8085-9B53-06B65932E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66E2A-E575-4DD9-81AC-BC124A5DE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571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BF97D-CD5A-6207-C72B-8C4613B1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26B70F-45FD-4701-7368-84683DEF6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885-EB42-43C7-BA36-AD6DF945DB0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F20CF-7478-5CA3-B8A7-EA52F893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1E6E5-CA9E-F281-7E15-6501DE678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66E2A-E575-4DD9-81AC-BC124A5DE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75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D68F27-5A60-88F8-A950-E8CAC93C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885-EB42-43C7-BA36-AD6DF945DB0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C11BD8-65B8-D144-B169-7963A1671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4B9AE-1B79-68C5-ED47-FF6FCAD27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66E2A-E575-4DD9-81AC-BC124A5DE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482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F972C-AD74-E753-E169-B03110263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E9C50-4781-57DF-4514-FBD98B335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CA27E-B2AB-9CDE-DFCC-A681A08E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A4F05-D0BF-4D42-7D4A-41EC13916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885-EB42-43C7-BA36-AD6DF945DB0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E9FAB-181F-9C1E-E002-34A68A14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F361D-D60B-E59C-0009-3F97346F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66E2A-E575-4DD9-81AC-BC124A5DE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112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4B907-6271-DC32-678D-FA7DA8AFF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E7DFD-595D-2B3C-843C-4594EC10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91D79-8B02-5894-7FD0-A461FEFC9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F19FE-1B8C-8EEE-1A9B-94136302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885-EB42-43C7-BA36-AD6DF945DB0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A4AC1-62F4-3539-728D-C4FB3CE5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4C792-58B4-AE6A-1ABD-C9177064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66E2A-E575-4DD9-81AC-BC124A5DE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7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02C19-C5D2-5898-E7D8-426B098B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91C61-7876-0540-2733-B3A9C3F13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134B0-3D94-B66F-B91C-B3E9F7338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885-EB42-43C7-BA36-AD6DF945DB0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4339B-6D66-E8D1-8209-BB9260DE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D2B51-7D85-237E-552C-1BC512E4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66E2A-E575-4DD9-81AC-BC124A5DE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885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EA17A1-77D9-4BC0-5526-54EAFADF0F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D37A9-DF42-FACD-260F-64DD973A4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B98F9-7C44-87BF-9494-F67D91F1B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885-EB42-43C7-BA36-AD6DF945DB0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8AE86-7EB7-1997-69F6-CAC7A3B90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D7C78-8D71-4C91-58F1-DC57299F7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66E2A-E575-4DD9-81AC-BC124A5DE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498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B26DA5-20C3-15E8-5F46-58794D3C7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B0C09-73D5-8FA3-93C0-FF34B526C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27FE4-933F-6500-BBD1-0D25808567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8A885-EB42-43C7-BA36-AD6DF945DB0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6FCF8-8573-A3B6-4913-285ED99D2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1B0E9-4E46-22EB-CF9B-66DA61F1C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66E2A-E575-4DD9-81AC-BC124A5DE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23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3FE718-ED74-BCB7-D630-95B3CE32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SFL05: TOUCH SENSOR WITH LED AND BUZZER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7BCA76-679B-4685-FF74-2A433C36D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F44DC-C158-1EA7-1252-34DFDF6AE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2280402"/>
            <a:ext cx="3417779" cy="2297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2356D5-D7CB-A64C-7741-6D1151B5C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162" y="1885359"/>
            <a:ext cx="1494750" cy="1793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D4AD60-1414-0FB3-52B4-674CE43DC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1074120" y="4712535"/>
            <a:ext cx="2399950" cy="13461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AE134E-F071-B62E-D164-63A0C45C4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37" y="1744205"/>
            <a:ext cx="3708949" cy="2552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E18553-E73F-21FF-71FE-88CAC3298F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93785" y="77444"/>
            <a:ext cx="2998215" cy="808113"/>
          </a:xfrm>
          <a:prstGeom prst="rect">
            <a:avLst/>
          </a:prstGeom>
        </p:spPr>
      </p:pic>
      <p:pic>
        <p:nvPicPr>
          <p:cNvPr id="1026" name="Picture 2" descr="Lesson – Digital Touch Sensor Module « osoyoo.com">
            <a:extLst>
              <a:ext uri="{FF2B5EF4-FFF2-40B4-BE49-F238E27FC236}">
                <a16:creationId xmlns:a16="http://schemas.microsoft.com/office/drawing/2014/main" id="{3F2A5CCA-BB36-FAB6-CC72-E67CC51F6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510" y="4577598"/>
            <a:ext cx="2280402" cy="228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How to blink a LED with arduino?">
            <a:extLst>
              <a:ext uri="{FF2B5EF4-FFF2-40B4-BE49-F238E27FC236}">
                <a16:creationId xmlns:a16="http://schemas.microsoft.com/office/drawing/2014/main" id="{489142E0-C429-D624-BEE9-D4D77FB36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346" y="5300908"/>
            <a:ext cx="2021852" cy="9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ni Buzzer (5V-12V)">
            <a:extLst>
              <a:ext uri="{FF2B5EF4-FFF2-40B4-BE49-F238E27FC236}">
                <a16:creationId xmlns:a16="http://schemas.microsoft.com/office/drawing/2014/main" id="{A4513077-4B55-5957-FD3C-98F487C66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459" y="4969890"/>
            <a:ext cx="1619510" cy="161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629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F3720-D349-26C3-71DB-08EE76492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5FE9BF-4383-C71C-65FC-3492F6732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029" y="981045"/>
            <a:ext cx="10515600" cy="92963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SFL05: TOUCH SENSOR WITH LED AND BUZZER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501A7C-335E-35DD-5C13-C1BD09AFF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0722"/>
            <a:ext cx="10515600" cy="4351338"/>
          </a:xfrm>
        </p:spPr>
        <p:txBody>
          <a:bodyPr/>
          <a:lstStyle/>
          <a:p>
            <a:r>
              <a:rPr lang="en-IN" dirty="0"/>
              <a:t>Circuit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B6EC80-86E7-796C-9325-22EFC58D52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09029" y="2488676"/>
            <a:ext cx="5186972" cy="36082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04CA00-310D-5EAE-16A1-B09C41E869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42691" y="-61799"/>
            <a:ext cx="4042963" cy="108970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6F2FD8-3906-C886-0B26-2FC6BDAA6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198329"/>
              </p:ext>
            </p:extLst>
          </p:nvPr>
        </p:nvGraphicFramePr>
        <p:xfrm>
          <a:off x="6096000" y="3110845"/>
          <a:ext cx="4064000" cy="3331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273242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35842681"/>
                    </a:ext>
                  </a:extLst>
                </a:gridCol>
              </a:tblGrid>
              <a:tr h="385692">
                <a:tc>
                  <a:txBody>
                    <a:bodyPr/>
                    <a:lstStyle/>
                    <a:p>
                      <a:r>
                        <a:rPr lang="en-IN" dirty="0"/>
                        <a:t>Arduino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Bread 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477642"/>
                  </a:ext>
                </a:extLst>
              </a:tr>
              <a:tr h="385692">
                <a:tc>
                  <a:txBody>
                    <a:bodyPr/>
                    <a:lstStyle/>
                    <a:p>
                      <a:r>
                        <a:rPr lang="en-IN" dirty="0"/>
                        <a:t>GND(common line from breadboard)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GND(all light blue lines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837186"/>
                  </a:ext>
                </a:extLst>
              </a:tr>
              <a:tr h="385692">
                <a:tc>
                  <a:txBody>
                    <a:bodyPr/>
                    <a:lstStyle/>
                    <a:p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VCC (touch sensor-red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457219"/>
                  </a:ext>
                </a:extLst>
              </a:tr>
              <a:tr h="385692">
                <a:tc>
                  <a:txBody>
                    <a:bodyPr/>
                    <a:lstStyle/>
                    <a:p>
                      <a:r>
                        <a:rPr lang="en-IN" dirty="0"/>
                        <a:t>Pin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SIG(touch sensor-yellow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238791"/>
                  </a:ext>
                </a:extLst>
              </a:tr>
              <a:tr h="385692">
                <a:tc>
                  <a:txBody>
                    <a:bodyPr/>
                    <a:lstStyle/>
                    <a:p>
                      <a:r>
                        <a:rPr lang="en-IN" dirty="0"/>
                        <a:t>Pin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Positive (buzzer-violet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910546"/>
                  </a:ext>
                </a:extLst>
              </a:tr>
              <a:tr h="385692">
                <a:tc>
                  <a:txBody>
                    <a:bodyPr/>
                    <a:lstStyle/>
                    <a:p>
                      <a:r>
                        <a:rPr lang="en-IN" dirty="0"/>
                        <a:t>Pin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LED(green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0055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99AF98-3D3F-DFE5-0839-65D206473345}"/>
              </a:ext>
            </a:extLst>
          </p:cNvPr>
          <p:cNvSpPr txBox="1"/>
          <p:nvPr/>
        </p:nvSpPr>
        <p:spPr>
          <a:xfrm>
            <a:off x="6166829" y="2592371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Connections:</a:t>
            </a:r>
          </a:p>
        </p:txBody>
      </p:sp>
    </p:spTree>
    <p:extLst>
      <p:ext uri="{BB962C8B-B14F-4D97-AF65-F5344CB8AC3E}">
        <p14:creationId xmlns:p14="http://schemas.microsoft.com/office/powerpoint/2010/main" val="6916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52337-BDAA-52A9-7804-061BFE57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B134A1-5A49-DBAD-C995-F557F31E0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6465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SFL05: TOUCH SENSOR WITH LED AND BUZZER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4EA6A0-1ED9-F366-A316-386B7C4428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12403" y="0"/>
            <a:ext cx="3592104" cy="9681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8C5F2C-EAC2-BEA9-79B7-5677232A92F1}"/>
              </a:ext>
            </a:extLst>
          </p:cNvPr>
          <p:cNvSpPr txBox="1"/>
          <p:nvPr/>
        </p:nvSpPr>
        <p:spPr>
          <a:xfrm>
            <a:off x="1093509" y="2714920"/>
            <a:ext cx="4883085" cy="34163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Define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Setup()</a:t>
            </a:r>
            <a:br>
              <a:rPr lang="en-IN" dirty="0"/>
            </a:br>
            <a:r>
              <a:rPr lang="en-IN" dirty="0"/>
              <a:t>VCC to 5V</a:t>
            </a:r>
            <a:br>
              <a:rPr lang="en-IN" dirty="0"/>
            </a:br>
            <a:r>
              <a:rPr lang="en-IN" dirty="0"/>
              <a:t>Common GND from all modules</a:t>
            </a:r>
            <a:br>
              <a:rPr lang="en-IN" dirty="0"/>
            </a:br>
            <a:r>
              <a:rPr lang="en-IN" dirty="0"/>
              <a:t>pin 4 – touch sensor SIG</a:t>
            </a:r>
            <a:br>
              <a:rPr lang="en-IN" dirty="0"/>
            </a:br>
            <a:r>
              <a:rPr lang="en-IN" dirty="0"/>
              <a:t>pin 12 – buzzer positive side</a:t>
            </a:r>
            <a:br>
              <a:rPr lang="en-IN" dirty="0"/>
            </a:br>
            <a:r>
              <a:rPr lang="en-IN" dirty="0"/>
              <a:t>pin 9 – led long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Loop()</a:t>
            </a:r>
            <a:br>
              <a:rPr lang="en-IN" dirty="0"/>
            </a:br>
            <a:r>
              <a:rPr lang="en-IN" dirty="0"/>
              <a:t>If the touch sensor is activated, turn on the LED and buzzer</a:t>
            </a:r>
            <a:br>
              <a:rPr lang="en-IN" dirty="0"/>
            </a:br>
            <a:r>
              <a:rPr lang="en-IN" dirty="0"/>
              <a:t>if not, turn OFF LED and buzzer.</a:t>
            </a:r>
            <a:br>
              <a:rPr lang="en-IN" dirty="0"/>
            </a:b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E39A7B-5E45-5063-F47F-D7014F690150}"/>
              </a:ext>
            </a:extLst>
          </p:cNvPr>
          <p:cNvSpPr/>
          <p:nvPr/>
        </p:nvSpPr>
        <p:spPr>
          <a:xfrm>
            <a:off x="6815579" y="2714920"/>
            <a:ext cx="4015819" cy="330661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b="1" u="sng" dirty="0"/>
              <a:t>Code for Lesson SFL05:</a:t>
            </a:r>
          </a:p>
          <a:p>
            <a:endParaRPr lang="en-IN" b="1" u="sng" dirty="0"/>
          </a:p>
          <a:p>
            <a:endParaRPr lang="en-IN" b="1" u="sng" dirty="0"/>
          </a:p>
          <a:p>
            <a:r>
              <a:rPr lang="en-IN" b="1" u="sng" dirty="0">
                <a:solidFill>
                  <a:schemeClr val="accent1"/>
                </a:solidFill>
              </a:rPr>
              <a:t>https://github.com/info-zas/zas-robotics-sensors/blob/main/01_FoundationProjects/01_Code/_05_TouchSensorActivated%20AlertswithLEDandBuzzer/_05_TouchSensorActivated%20AlertswithLEDandBuzzer.ino</a:t>
            </a:r>
          </a:p>
        </p:txBody>
      </p:sp>
    </p:spTree>
    <p:extLst>
      <p:ext uri="{BB962C8B-B14F-4D97-AF65-F5344CB8AC3E}">
        <p14:creationId xmlns:p14="http://schemas.microsoft.com/office/powerpoint/2010/main" val="3196881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440B-1C55-3947-D0FB-F286D15E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27A893-5896-FC71-A303-5685941E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8" y="72848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SFL05: TOUCH SENSOR WITH LED AND BUZZER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3693C87-2C5A-0374-3CD9-3E0978ADCC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71538" y="1851250"/>
            <a:ext cx="3667086" cy="4889449"/>
          </a:xfr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1F14FC-55B5-A8F5-B445-E50E52C864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12403" y="0"/>
            <a:ext cx="3592104" cy="968184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A6995519-B487-4E52-35E5-4D4C690253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96000" y="2054045"/>
            <a:ext cx="4889450" cy="39703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board includes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multiple 3-pin slots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connecting sensors.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Sensors plug in directly—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loose wires required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 slots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internally connected to microcontroller pins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Eliminates the need for breadboards and jumper wires.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Makes sensor testing and learning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simple and organized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Beginner-friendly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ideal for students learning electronics.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learners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concepts and coding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not complicated wiring.</a:t>
            </a:r>
          </a:p>
        </p:txBody>
      </p:sp>
    </p:spTree>
    <p:extLst>
      <p:ext uri="{BB962C8B-B14F-4D97-AF65-F5344CB8AC3E}">
        <p14:creationId xmlns:p14="http://schemas.microsoft.com/office/powerpoint/2010/main" val="3277291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281</Words>
  <Application>Microsoft Office PowerPoint</Application>
  <PresentationFormat>Widescreen</PresentationFormat>
  <Paragraphs>43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SFL05: TOUCH SENSOR WITH LED AND BUZZER</vt:lpstr>
      <vt:lpstr>SFL05: TOUCH SENSOR WITH LED AND BUZZER</vt:lpstr>
      <vt:lpstr>SFL05: TOUCH SENSOR WITH LED AND BUZZER</vt:lpstr>
      <vt:lpstr>SFL05: TOUCH SENSOR WITH LED AND BUZZER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Raafia Shaik</dc:creator>
  <cp:lastModifiedBy>shaikraahila136@outlook.com</cp:lastModifiedBy>
  <cp:revision>19</cp:revision>
  <dcterms:created xsi:type="dcterms:W3CDTF">2025-12-19T08:44:10Z</dcterms:created>
  <dcterms:modified xsi:type="dcterms:W3CDTF">2026-01-18T17:33:58Z</dcterms:modified>
</cp:coreProperties>
</file>