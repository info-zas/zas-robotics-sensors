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56" r:id="rId4"/>
    <p:sldId id="260" r:id="rId5"/>
    <p:sldId id="261" r:id="rId6"/>
    <p:sldId id="563" r:id="rId7"/>
    <p:sldId id="565" r:id="rId8"/>
    <p:sldId id="263" r:id="rId9"/>
    <p:sldId id="5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DB4EB-203F-4820-AF15-6163691337D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396C8-2268-4071-8570-3941F683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95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657E-9347-9A53-5372-FB087171F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D6F99-7DA0-6EFE-D4A0-99763E4D6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ED70B-1154-0199-1810-96F87196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F3123-6E9B-8E02-A6D4-0E364C2B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81EFD-06F2-CAAE-22F1-F0157797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1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03CF-FF8E-DE77-AE35-43381824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82F53-8270-540C-1406-C457A3880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C6FB2-FE27-A9F8-BB14-E1C34219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C9818-7A94-FF15-CCA3-129F969D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D888-AA9C-1350-01EA-EDD5D0A8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1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C022-65A2-2199-F5E7-E0A67436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E6696-8BF8-0300-FBCD-D8C23F4A3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43BE-989E-C680-5FAF-97957D8F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4CD70-85E3-5105-0E1F-91511CBF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EC53A-60E6-E65F-FFC5-BDCB927B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1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625D-5046-6701-1CBC-5FFE8177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5D689-BE12-BE7A-CC00-3B01B7C6F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515F1-0A66-BFCD-AF9C-E55D70EBD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E22DD-2003-3008-0F64-6EA51C42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B2879-F3AE-9DF9-7CF6-FD91E12D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6A005-FEC5-CBD8-9ED0-40A85975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99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7EE7-8024-30D9-0278-3107E11C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A6585-228B-B6E7-F080-00AB0CF28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90D8B-B422-B4A2-A254-C8A9C599D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497F0-DB59-5803-2F2D-FF2E6511E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827E2-3BC1-748A-B498-7B3E079E1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71B636-021D-66B1-A68B-F04F27CD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DCEA4-6948-754D-2BF6-5FED7B1E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BE67E-DCFD-F551-EA89-AD643F76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682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BC4E-DBE5-3D67-4B39-37642829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A4E5F-FD77-30E1-946D-5B37989A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75D4E-8AF6-DB65-B322-46876CC6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9205E-F3DA-C981-7469-D67A73B6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3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BA6C3-5D31-69FB-B646-46C82AE5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720B6-807B-9380-8C0A-5F1C9EAA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A0AD0-3621-E046-0425-B015E614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99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8214-51B2-E60F-F7E3-1E50DBAA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8C50-43CC-3D26-7F8E-B228CF24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4F60A-0890-2718-D16F-749310809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9FADC-53C4-40F7-0F52-110B01E3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6883F-B450-071E-B636-B100C55E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FA52-D0F4-EFFF-3C07-EC55FD8E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93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90A-31E2-8946-9641-2E9693EDB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30A1E-C13C-BFF7-D7D0-992E959C7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A877-61B0-0AE2-B19E-4634AD55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23691-E1EF-0A15-FF92-F363A5F0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D3EB1-DB68-E2FC-31FE-6845B5AF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15E8D-B672-7B0C-8BAF-D9E9EAEC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70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1A70-83C7-2612-ADEA-DA1A77F0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5BB13-A7CE-CA1F-A68F-0EE6E2623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8BAC-CDD8-16AD-A663-2AD47034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728-7F4A-433E-57DA-29ED6ABB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E86C-A515-45DF-C235-421DD484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76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BC591-004C-A24E-57E4-E9C4D3518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32ABF-6D66-D9C2-CE9F-C7563CA11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E2440-78E6-7D74-1B39-6CFF0CB9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BD192-552E-00F0-484D-D61FC3D4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266FA-5B9B-EF43-37F7-DB91BC37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3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86A3C-435D-1B55-A8CA-4A9B6170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8F779-0EBE-B40F-AC86-8D902DD68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4CB20-E7E2-D741-2D73-EBF377305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7249-554A-4E56-92AA-3E918BE4CFF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26F63-CA75-ED9F-C401-DBAE2AD15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6B99D-F520-0A88-EC92-037AE7139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8D093-4EC8-454D-8F7F-B3A972464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3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98E782-D595-80B6-E303-0125D90B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SFL06: SERVO MOTOR CONTROL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B94B20-7B87-2A22-F9BE-F4F3ECAAB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C72F2-3D0C-FEC7-4F9C-D322E170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D65FA-E58B-AC2B-6C73-93279120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19" y="2323077"/>
            <a:ext cx="1494750" cy="1793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2A15D8-3F9C-31D7-5BA4-BC1EE0F34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167629" y="4614384"/>
            <a:ext cx="2807581" cy="1574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B338E-4CB2-9E7A-ED56-A3A561841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309" y="1813362"/>
            <a:ext cx="3708949" cy="2552029"/>
          </a:xfrm>
          <a:prstGeom prst="rect">
            <a:avLst/>
          </a:prstGeom>
        </p:spPr>
      </p:pic>
      <p:pic>
        <p:nvPicPr>
          <p:cNvPr id="10" name="Picture 9" descr="A blue plastic device with a white valve&#10;&#10;AI-generated content may be incorrect.">
            <a:extLst>
              <a:ext uri="{FF2B5EF4-FFF2-40B4-BE49-F238E27FC236}">
                <a16:creationId xmlns:a16="http://schemas.microsoft.com/office/drawing/2014/main" id="{77E7AEF8-D28D-D64E-C934-6713E7A61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5" y="4614384"/>
            <a:ext cx="2110923" cy="1562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7A4238-CF6A-4A18-86AB-4A3F8CF68E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1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1B00-DCF1-EE62-F2D7-B18A3C56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C31CCD-4603-698E-EA3B-AB5AE018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SFL06: SERVO MOTOR CONTROL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D06FE-1303-E57B-18B3-5EA53541F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Servo motor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7103187E-54E7-CA7E-A24D-A38F3A42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806" y="2327046"/>
            <a:ext cx="4374234" cy="3085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F37DB-7F6B-6C6D-3D81-0F075314E1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8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3E4A-0816-539C-28E9-71146EB5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2C84F8-CDE5-C97A-9BD8-6BF267C6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SFL06: SERVO MOTOR CONTROL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FD5981-D1A2-C64D-6D87-DB93A97B1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pic>
        <p:nvPicPr>
          <p:cNvPr id="3" name="Picture 2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86C219EB-99DB-868C-7236-1351FB1AF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9" y="1894793"/>
            <a:ext cx="7616827" cy="3747144"/>
          </a:xfrm>
          <a:prstGeom prst="rect">
            <a:avLst/>
          </a:prstGeom>
        </p:spPr>
      </p:pic>
      <p:pic>
        <p:nvPicPr>
          <p:cNvPr id="6" name="table">
            <a:extLst>
              <a:ext uri="{FF2B5EF4-FFF2-40B4-BE49-F238E27FC236}">
                <a16:creationId xmlns:a16="http://schemas.microsoft.com/office/drawing/2014/main" id="{A3420A25-D6A2-CF21-004D-5E538B23D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888" y="2997017"/>
            <a:ext cx="3690375" cy="1127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AFF51-AFCC-D6CE-39DE-5D6D937F38F3}"/>
              </a:ext>
            </a:extLst>
          </p:cNvPr>
          <p:cNvSpPr txBox="1"/>
          <p:nvPr/>
        </p:nvSpPr>
        <p:spPr>
          <a:xfrm>
            <a:off x="8330136" y="2525633"/>
            <a:ext cx="3148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B0F0"/>
                </a:solidFill>
              </a:rPr>
              <a:t>Connections: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29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FA3A-34D9-2341-8F12-8D3282A5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>
                <a:solidFill>
                  <a:srgbClr val="FF0000"/>
                </a:solidFill>
              </a:rPr>
              <a:t>SFL06: SERVO MOTOR CONTROL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80F403-0E86-2B59-AE6B-7A2158CEC1F4}"/>
              </a:ext>
            </a:extLst>
          </p:cNvPr>
          <p:cNvGraphicFramePr>
            <a:graphicFrameLocks noGrp="1"/>
          </p:cNvGraphicFramePr>
          <p:nvPr/>
        </p:nvGraphicFramePr>
        <p:xfrm>
          <a:off x="8137012" y="2023950"/>
          <a:ext cx="369037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3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Servo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 (Orange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5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pic>
        <p:nvPicPr>
          <p:cNvPr id="4" name="Picture 3" descr="A circuit board with wires and a circuit board&#10;&#10;AI-generated content may be incorrect.">
            <a:extLst>
              <a:ext uri="{FF2B5EF4-FFF2-40B4-BE49-F238E27FC236}">
                <a16:creationId xmlns:a16="http://schemas.microsoft.com/office/drawing/2014/main" id="{063ABE71-D9D2-A1A5-1757-6E2E4605E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1" y="1484671"/>
            <a:ext cx="7704084" cy="3730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6A32A-0019-563F-7F46-BB8B9B92CC7F}"/>
              </a:ext>
            </a:extLst>
          </p:cNvPr>
          <p:cNvSpPr txBox="1"/>
          <p:nvPr/>
        </p:nvSpPr>
        <p:spPr>
          <a:xfrm>
            <a:off x="8012226" y="1594147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EF6A35-CE3F-042C-1395-3462AAEAF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798" y="4084672"/>
            <a:ext cx="3690375" cy="2773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0A1B4-3F26-4358-F378-9E33EC6C0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" y="4432185"/>
            <a:ext cx="4295755" cy="23116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49A0C6-9636-1942-C1E6-8012F00E46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BB35A18-BDA8-8A4D-5FE3-E8939D3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47E82A0-D166-6CEB-411D-E6FACD64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54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4DDB-D793-22CD-A4E7-1359CD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SFL06: SERVO MOTOR CONTROL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02422" y="1945286"/>
            <a:ext cx="4582768" cy="2308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Include the servo library</a:t>
            </a:r>
          </a:p>
          <a:p>
            <a:r>
              <a:rPr lang="en-GB" dirty="0"/>
              <a:t>setup()</a:t>
            </a:r>
          </a:p>
          <a:p>
            <a:r>
              <a:rPr lang="en-GB" dirty="0"/>
              <a:t>    • attach servo to pin 11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    • Move the servo from 0 to 180 degrees in steps of 10 degrees  </a:t>
            </a:r>
          </a:p>
          <a:p>
            <a:r>
              <a:rPr lang="en-GB" dirty="0"/>
              <a:t>    • Move the servo back from 180 to 0 degrees in steps of 10 degrees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81005-6801-7801-8D3D-AEA1C80CA4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75826-3557-5951-2007-9A82E10E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C0F12F-E727-23A3-37E2-1E75FFEC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BF1AF-173D-08B6-2ECB-AD3D0482C714}"/>
              </a:ext>
            </a:extLst>
          </p:cNvPr>
          <p:cNvSpPr/>
          <p:nvPr/>
        </p:nvSpPr>
        <p:spPr>
          <a:xfrm>
            <a:off x="5857189" y="1953705"/>
            <a:ext cx="3987539" cy="295059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SFL06:</a:t>
            </a:r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https://github.com/info-zas/zas-robotics-sensors/blob/main/01_FoundationProjects/01_Code/_06_ControllingServoMotor/_06_ControllingServoMotor.ino</a:t>
            </a:r>
          </a:p>
        </p:txBody>
      </p:sp>
    </p:spTree>
    <p:extLst>
      <p:ext uri="{BB962C8B-B14F-4D97-AF65-F5344CB8AC3E}">
        <p14:creationId xmlns:p14="http://schemas.microsoft.com/office/powerpoint/2010/main" val="68164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1ADE-33AC-4E78-82FD-71419B79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399B5-BB2E-EFC0-7821-230E49E4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SFL06: SERVO MOTOR CONTROL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251E24-1C5F-CE2F-3B7C-C8ED7F54CF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808"/>
            <a:ext cx="5181600" cy="4051586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38AC29-A16C-39C4-5B20-275423488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CAA2CEE-D8BA-4718-4283-D772C1F9E7E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54496" y="2294720"/>
            <a:ext cx="4718304" cy="3416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dedicated slot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provided for connecting a servo motor.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slot plugs directly into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microcontroller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— no wiring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Makes servo connection simple, quick, and error-free.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Helps students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analyse and test servo movement easily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Supports experimenting by combining the servo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different sensors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Great for learning motor control in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beginner-friendly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way.</a:t>
            </a:r>
          </a:p>
        </p:txBody>
      </p:sp>
    </p:spTree>
    <p:extLst>
      <p:ext uri="{BB962C8B-B14F-4D97-AF65-F5344CB8AC3E}">
        <p14:creationId xmlns:p14="http://schemas.microsoft.com/office/powerpoint/2010/main" val="62544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9320-7618-4925-BD60-D3E85CED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of Servo Motors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BDA4-240B-AE2F-D0A3-D4C86564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51A33-5776-79EE-66A3-EA01F023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493F7-43C0-632C-21E5-01928FF9A48A}"/>
              </a:ext>
            </a:extLst>
          </p:cNvPr>
          <p:cNvSpPr txBox="1"/>
          <p:nvPr/>
        </p:nvSpPr>
        <p:spPr>
          <a:xfrm>
            <a:off x="838199" y="2137949"/>
            <a:ext cx="76470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Applications of Servo Motors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Robotics: Robot arms, pick-and-place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Industrial Automation: CNC machines, conveyor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Electronics Projects: Arduino-based motion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Automotive Systems: Power steering, headlamp positioning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Medical Equipment: Surgical robots, prosthetic limbs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Consumer Products: Remote-controlled toys, drones</a:t>
            </a:r>
          </a:p>
          <a:p>
            <a:pPr>
              <a:buNone/>
            </a:pPr>
            <a:r>
              <a:rPr lang="en-US" sz="2400" b="1" dirty="0"/>
              <a:t>Servo motors are used wherever precise position and motion control is required.</a:t>
            </a:r>
            <a:endParaRPr lang="en-US" sz="2400" dirty="0"/>
          </a:p>
        </p:txBody>
      </p:sp>
      <p:pic>
        <p:nvPicPr>
          <p:cNvPr id="9" name="Picture 8" descr="A blue and black robotic arm&#10;&#10;AI-generated content may be incorrect.">
            <a:extLst>
              <a:ext uri="{FF2B5EF4-FFF2-40B4-BE49-F238E27FC236}">
                <a16:creationId xmlns:a16="http://schemas.microsoft.com/office/drawing/2014/main" id="{0E552F85-CD48-C847-22CC-560B6C46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49264" y="1968763"/>
            <a:ext cx="3104535" cy="4376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51ABF-DF20-DAC6-F0D2-02FF6C187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1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4206</TotalTime>
  <Words>310</Words>
  <Application>Microsoft Office PowerPoint</Application>
  <PresentationFormat>Widescreen</PresentationFormat>
  <Paragraphs>59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SFL06: SERVO MOTOR CONTROL</vt:lpstr>
      <vt:lpstr>SFL06: SERVO MOTOR CONTROL</vt:lpstr>
      <vt:lpstr>SFL06: SERVO MOTOR CONTROL</vt:lpstr>
      <vt:lpstr>SFL06: SERVO MOTOR CONTROL</vt:lpstr>
      <vt:lpstr>SFL06: SERVO MOTOR CONTROL</vt:lpstr>
      <vt:lpstr>SFL06: SERVO MOTOR CONTROL</vt:lpstr>
      <vt:lpstr>Applications of Servo Motors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15</cp:revision>
  <dcterms:created xsi:type="dcterms:W3CDTF">2025-12-19T12:07:10Z</dcterms:created>
  <dcterms:modified xsi:type="dcterms:W3CDTF">2026-01-18T17:38:29Z</dcterms:modified>
</cp:coreProperties>
</file>