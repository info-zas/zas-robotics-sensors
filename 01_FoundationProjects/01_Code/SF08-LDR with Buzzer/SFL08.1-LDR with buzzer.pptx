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3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D2859-6B1A-49F6-8A9F-41D383A1D64F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BAAC4-36FC-4EF4-B9CC-EB808E1B36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79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BAAC4-36FC-4EF4-B9CC-EB808E1B369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08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C046-7DAF-49DF-0D1F-2757E18CF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54F77-E60E-9245-5A52-30B6CBE9A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01E3D-E4FC-CDA5-D5AF-AD79A041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08196-C4E1-4704-B846-8F92787FC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841C8-91F8-1D1D-1A8F-6C7B0916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36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9F95-63FF-189D-E8B2-90B896F5D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2F2AA-B2B8-257F-45CF-4CD2476D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38B1-2567-63EF-9289-1848BEA6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F9070-FA1C-2A7C-08D9-D7FACA26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D5CC7-C131-DE72-B327-77D2BDA9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1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353F-440A-80C6-114E-8F027A15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8A98E-DDD5-5CF0-0E50-26C530B19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E603-F373-4830-BC50-7A15BF40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323D7-248F-E6EE-36E9-26681CAB9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61DF1-5285-9986-F7A9-9248B5F9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92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7CBFA-A019-35C0-062B-D27A61A2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0F9A-280C-A5D5-31DD-BAD01D7D6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A7B03-CB56-F04E-3F0F-7353D1D02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AFA96-8FE7-ED14-0279-335C34C7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84F3D-8A42-35B5-1936-E37E54888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D5C9A-95D3-F96D-8D99-58ACDEC57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78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F9D1-C8EC-B6C6-257F-356CAFC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E6063-BBAD-A9F7-9E73-D827E7DB1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47B85-582A-F693-FDE8-87C295A76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C7F65-4390-7F50-EF4A-A20A9DFDC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D3B0E-1F30-3D89-1CE8-5F34B74E0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AE5FDC-4FC7-938E-71BA-29BE6380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61877-CDFD-8549-7017-515A26A0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511A77-7BDA-9CBC-1170-98C3C337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06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E4FD-9695-E6AE-0557-893F6358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5736B6-E4AF-1C18-9A9B-DC25328A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13BC4F-6D46-8034-7443-4CEED805E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A724C-0AF2-31C6-BF5A-40BE50D4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52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4FC02-6DE7-FC3B-0228-0E9A1029F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9D8B90-E550-DCBF-837E-47C45120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8B921-60C5-06E0-E13F-4F853B48F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80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4FA0-FEC2-F1E7-FE5C-60740DAB6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E4FDF-327C-28A8-DD00-22A8766A0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256E8-D037-9843-D2AA-23176F4D5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EB8E6-9BDA-66DB-A7C4-6D3A8DE2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95271-9E61-7C6A-FD32-9E47203C7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A1F94-974D-AF18-F2FE-4E61549D2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77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CE0B4-A21E-DF1A-43BC-1C611C7E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8736B-78E6-EA55-7BEF-2EA79851E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98EE8-6E68-1E8B-BF91-01230657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D0BD5-879E-8633-DCDF-F4E8BF3C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E08D9-7488-B0A8-F6C1-194D28C48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5173-092A-E702-F5B4-69E1AD06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44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4ADBD-82A4-9D6D-701E-DFD00D38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03B28-DBEF-AAFE-CF03-5615172E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4A870-4108-AF5C-965E-78ECCFC6B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B6052-6028-C88B-B9C4-7085EC5FD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4ED38-9D73-8082-EE1E-BEB4894D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80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885F6-B3CE-55D3-7562-39554FAC8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3F4C2-C02F-C719-83B7-3FA6297CE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95E8C-F463-11E5-1EB7-BCADEBB2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C670C-A137-8555-43EE-50A8CA73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D3D9-F903-3FF0-FDFB-15369631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58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EFB3C-D4D7-BFC0-7EC3-D404D4A27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0B413-43F0-7F6E-1E59-131F7F9BE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9D46-06A0-A3DC-898E-E5EBD6AE4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BF4DB-6E6D-4E6C-B3A2-6EDB12DB2880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D4952-941D-586C-1829-E483285C9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66FDE-AE84-FE4C-2723-ADCB0278E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C279-33FF-4172-9882-27447029B6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23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SFL08: LDR SENSOR WITH BUZZER and 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1224948" y="4783097"/>
            <a:ext cx="3048143" cy="1709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37" y="1744205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1026" name="Picture 2" descr="LDR Light Sensor Module">
            <a:extLst>
              <a:ext uri="{FF2B5EF4-FFF2-40B4-BE49-F238E27FC236}">
                <a16:creationId xmlns:a16="http://schemas.microsoft.com/office/drawing/2014/main" id="{AEB9D436-0E5B-49A9-3E71-03652F81B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162" y="4391239"/>
            <a:ext cx="2101636" cy="2101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uy 5V Piezo Buzzer B 10N (Pack of 5) Online At Best Price in India -  Robomart">
            <a:extLst>
              <a:ext uri="{FF2B5EF4-FFF2-40B4-BE49-F238E27FC236}">
                <a16:creationId xmlns:a16="http://schemas.microsoft.com/office/drawing/2014/main" id="{13418B8B-6CE3-7196-3FBE-8FFF0AE23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871" y="4858750"/>
            <a:ext cx="1808408" cy="180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A7DFA-30CE-15C6-8708-98C2E479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1A05B-3FAF-0F9F-AF8F-51509C27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SFL08: LDR SENSOR WITH BUZZER and LED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36FB35-DF85-EE56-35CA-32FC464AE1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296E1B-EE87-3636-4620-C050886BA1E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01639" y="1799750"/>
            <a:ext cx="5735955" cy="365442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EF56A6-6FA9-41F3-FC03-0DB845E4B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65583"/>
              </p:ext>
            </p:extLst>
          </p:nvPr>
        </p:nvGraphicFramePr>
        <p:xfrm>
          <a:off x="7390614" y="2266394"/>
          <a:ext cx="360947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739">
                  <a:extLst>
                    <a:ext uri="{9D8B030D-6E8A-4147-A177-3AD203B41FA5}">
                      <a16:colId xmlns:a16="http://schemas.microsoft.com/office/drawing/2014/main" val="1007687513"/>
                    </a:ext>
                  </a:extLst>
                </a:gridCol>
                <a:gridCol w="1804739">
                  <a:extLst>
                    <a:ext uri="{9D8B030D-6E8A-4147-A177-3AD203B41FA5}">
                      <a16:colId xmlns:a16="http://schemas.microsoft.com/office/drawing/2014/main" val="3080068767"/>
                    </a:ext>
                  </a:extLst>
                </a:gridCol>
              </a:tblGrid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Arduino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250401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GND(short 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Blue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799410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Anode(long 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Purple 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768197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Light 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67543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Pin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Dark 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017067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Light blue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445758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328848"/>
                  </a:ext>
                </a:extLst>
              </a:tr>
              <a:tr h="245193">
                <a:tc>
                  <a:txBody>
                    <a:bodyPr/>
                    <a:lstStyle/>
                    <a:p>
                      <a:r>
                        <a:rPr lang="en-IN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Analogue output(violet)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562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AF4E4B-6894-8A34-EEA0-A929263D7600}"/>
              </a:ext>
            </a:extLst>
          </p:cNvPr>
          <p:cNvSpPr txBox="1"/>
          <p:nvPr/>
        </p:nvSpPr>
        <p:spPr>
          <a:xfrm>
            <a:off x="7475456" y="1799750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D0757037-F552-E236-3737-ACA71FAB1FBF}"/>
              </a:ext>
            </a:extLst>
          </p:cNvPr>
          <p:cNvSpPr/>
          <p:nvPr/>
        </p:nvSpPr>
        <p:spPr>
          <a:xfrm>
            <a:off x="11000092" y="2449274"/>
            <a:ext cx="155448" cy="914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B3B035-2B31-98A4-F0D1-177199E1658F}"/>
              </a:ext>
            </a:extLst>
          </p:cNvPr>
          <p:cNvSpPr txBox="1"/>
          <p:nvPr/>
        </p:nvSpPr>
        <p:spPr>
          <a:xfrm>
            <a:off x="11155540" y="272180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LED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2FD3202-0906-6731-6F90-925C77BB1DCD}"/>
              </a:ext>
            </a:extLst>
          </p:cNvPr>
          <p:cNvSpPr/>
          <p:nvPr/>
        </p:nvSpPr>
        <p:spPr>
          <a:xfrm>
            <a:off x="11000092" y="3429000"/>
            <a:ext cx="233172" cy="57739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ABEF95B-C7C9-419D-BFCB-F7333F1AD18B}"/>
              </a:ext>
            </a:extLst>
          </p:cNvPr>
          <p:cNvSpPr/>
          <p:nvPr/>
        </p:nvSpPr>
        <p:spPr>
          <a:xfrm>
            <a:off x="11067068" y="4251489"/>
            <a:ext cx="164875" cy="11029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F35FDF-B2A1-DB71-7FFD-D7D57CC8B6A9}"/>
              </a:ext>
            </a:extLst>
          </p:cNvPr>
          <p:cNvSpPr txBox="1"/>
          <p:nvPr/>
        </p:nvSpPr>
        <p:spPr>
          <a:xfrm>
            <a:off x="11231943" y="3561672"/>
            <a:ext cx="801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buzzer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888EAB-89D7-E1C4-D1CB-71662DAF356F}"/>
              </a:ext>
            </a:extLst>
          </p:cNvPr>
          <p:cNvSpPr txBox="1"/>
          <p:nvPr/>
        </p:nvSpPr>
        <p:spPr>
          <a:xfrm>
            <a:off x="11231943" y="4476924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LDR</a:t>
            </a:r>
          </a:p>
        </p:txBody>
      </p:sp>
    </p:spTree>
    <p:extLst>
      <p:ext uri="{BB962C8B-B14F-4D97-AF65-F5344CB8AC3E}">
        <p14:creationId xmlns:p14="http://schemas.microsoft.com/office/powerpoint/2010/main" val="167801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427C8-B460-3378-7CC9-ED5ECFC0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63519-6F3F-0F37-CFD7-B5DD7A24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SFL08: LDR SENSOR WITH BUZZER and LED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4B854F-BDF7-AFAA-F77D-7C939C15D3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3E95D3-565B-E178-DF5A-6D9B55530EE4}"/>
              </a:ext>
            </a:extLst>
          </p:cNvPr>
          <p:cNvSpPr/>
          <p:nvPr/>
        </p:nvSpPr>
        <p:spPr>
          <a:xfrm>
            <a:off x="6410227" y="2253007"/>
            <a:ext cx="4553146" cy="2347274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SFL08:</a:t>
            </a:r>
          </a:p>
          <a:p>
            <a:endParaRPr lang="en-IN" b="1" u="sng" dirty="0"/>
          </a:p>
          <a:p>
            <a:endParaRPr lang="en-IN" b="1" u="sng" dirty="0"/>
          </a:p>
          <a:p>
            <a:r>
              <a:rPr lang="en-IN" b="1" u="sng" dirty="0">
                <a:solidFill>
                  <a:schemeClr val="accent1"/>
                </a:solidFill>
              </a:rPr>
              <a:t>https://github.com/info-zas/zas-robotics-sensors/blob/main/01_FoundationProjects/01_Code/_08_UsingLDRtoDetectLightAndTriggerAlerts/_08_UsingLDRtoDetectLightAndTriggerAlerts.ino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88F90F-7764-B345-E494-8499CB54FFCB}"/>
              </a:ext>
            </a:extLst>
          </p:cNvPr>
          <p:cNvSpPr/>
          <p:nvPr/>
        </p:nvSpPr>
        <p:spPr>
          <a:xfrm>
            <a:off x="999241" y="1819373"/>
            <a:ext cx="4782533" cy="25640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Include library and define module pins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Setup()</a:t>
            </a:r>
            <a:br>
              <a:rPr lang="en-IN" dirty="0"/>
            </a:br>
            <a:r>
              <a:rPr lang="en-IN" dirty="0"/>
              <a:t>LDR(5v-vcc;GND;AO-A0 pin)</a:t>
            </a:r>
            <a:br>
              <a:rPr lang="en-IN" dirty="0"/>
            </a:br>
            <a:r>
              <a:rPr lang="en-IN" dirty="0"/>
              <a:t>LED(GND,Pin9)</a:t>
            </a:r>
            <a:br>
              <a:rPr lang="en-IN" dirty="0"/>
            </a:br>
            <a:r>
              <a:rPr lang="en-IN" dirty="0"/>
              <a:t>Buzzer( GND, pin 12)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dirty="0"/>
              <a:t>if light level decreases to a certain threshold LED and buzzer get activated, and vice versa</a:t>
            </a:r>
          </a:p>
        </p:txBody>
      </p:sp>
    </p:spTree>
    <p:extLst>
      <p:ext uri="{BB962C8B-B14F-4D97-AF65-F5344CB8AC3E}">
        <p14:creationId xmlns:p14="http://schemas.microsoft.com/office/powerpoint/2010/main" val="391643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33715-E389-E4B5-9142-31935C0F0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8F15A-62B9-43CC-6072-34B977593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SFL08: LDR SENSOR WITH BUZZER and LED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7D4A04-7632-0DEE-92B0-D3D0AC3063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E0EC29-7CBC-D1B2-A148-776FBE65E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125855" y="649224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63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193</Words>
  <Application>Microsoft Office PowerPoint</Application>
  <PresentationFormat>Widescreen</PresentationFormat>
  <Paragraphs>43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SFL08: LDR SENSOR WITH BUZZER and LED</vt:lpstr>
      <vt:lpstr>SFL08: LDR SENSOR WITH BUZZER and LED</vt:lpstr>
      <vt:lpstr>SFL08: LDR SENSOR WITH BUZZER and LED</vt:lpstr>
      <vt:lpstr>SFL08: LDR SENSOR WITH BUZZER and LED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Raafia Shaik</dc:creator>
  <cp:lastModifiedBy>shaikraahila136@outlook.com</cp:lastModifiedBy>
  <cp:revision>16</cp:revision>
  <dcterms:created xsi:type="dcterms:W3CDTF">2025-12-22T10:30:13Z</dcterms:created>
  <dcterms:modified xsi:type="dcterms:W3CDTF">2026-01-18T17:40:52Z</dcterms:modified>
</cp:coreProperties>
</file>