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15552-8986-486A-91E1-E49A155C371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1A903-01E6-43C9-8DB1-ACFB4C867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676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E5FFB-ADC9-158B-879F-0EDF9920B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10064-D67C-3283-2BC8-8F4180D84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1134E-D9EF-288C-DE3E-A54EA5BD8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47D6-5019-4109-A667-B6D9E60029E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4EED3-1324-774A-6BBD-2E0459437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669E6-FF2A-C330-B151-8B6CDECFE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B258C-9858-4042-BC30-2AD5B6442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65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B4756-D074-2F33-1A1A-5F989506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D39AE-AB06-2E17-D3B2-E02517F64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A2173-21D4-264F-FBCC-37394C5E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47D6-5019-4109-A667-B6D9E60029E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72991-9CC8-A648-D0B8-D9C55B02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97F8A-05A8-FE7C-4BFA-6AB2A829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B258C-9858-4042-BC30-2AD5B6442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91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EAB32-834B-90F8-3A76-C7BA510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2DD99-7580-89E5-5B1F-667864A89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B1AB2-EE7F-8CB0-8F74-E22564D9C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47D6-5019-4109-A667-B6D9E60029E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5E70D-064A-04F5-47B9-D57B0B87B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44EB1-A483-CB81-E8B4-5D173FD1D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B258C-9858-4042-BC30-2AD5B6442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30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21584-C67C-989B-594A-8ED038EE4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A9732-A510-F0D3-5722-13DA80634B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88589-E577-D47C-2F12-802574830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6EE68-8FEF-B0CD-F862-ACCBFCFB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47D6-5019-4109-A667-B6D9E60029E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79800-3DCD-2652-11E1-997AEAA17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B588C-DF2C-4A6E-0E6A-9F618AB2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B258C-9858-4042-BC30-2AD5B6442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76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2D7E5-0A8F-416D-124B-5760EA7A3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43852-6E18-9580-AC27-1878DE82E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81A64-7F0D-4FB0-31A9-29D6F0625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6D505-93B4-CF26-8761-BA8C26E46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B7BEC2-F9CC-72B4-6DA4-69051F183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BBC1BB-1B75-B2CC-6965-6A6C193F6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47D6-5019-4109-A667-B6D9E60029E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2EBBE-DD02-5630-F560-5468BE67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299E3F-F675-217A-A778-A7A00A1DF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B258C-9858-4042-BC30-2AD5B6442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61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3035-EA99-2C02-ECDF-262E3A8A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5364B2-24F9-A2C1-DDE4-1E42E8962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47D6-5019-4109-A667-B6D9E60029E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00AF6-2C73-DB3D-B190-8B6236CA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EF599-B0CA-280C-B03B-99B010F65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B258C-9858-4042-BC30-2AD5B6442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71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49E1A-1131-73BC-71F5-D9276C9BD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47D6-5019-4109-A667-B6D9E60029E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C7DCBC-F54D-6B94-0078-58B5D69BF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F2898-6DBB-A967-1566-3DE5B64A0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B258C-9858-4042-BC30-2AD5B6442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831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1F3EA-15E3-45B5-FAAD-E0004B83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3C641-41C1-DF20-CE76-2FAACA6D1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C07E6-6DE5-EDDF-7384-6912E9E67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7F734-CBA4-785B-CC81-FB30FC489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47D6-5019-4109-A667-B6D9E60029E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2919A-C96C-9615-B43F-80449D88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8AB76-7487-D6E3-B064-8CF7F61C8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B258C-9858-4042-BC30-2AD5B6442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63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EF08-8D06-DCDD-ACC8-293AE3EDC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2CCF7C-1B56-D4C4-F62D-9D6135C51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D84AD-F73A-2DCF-0316-F7EE532C4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49DAE-435D-DCBD-97D3-51EBFAB9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47D6-5019-4109-A667-B6D9E60029E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EF681-F70C-7272-A3F0-7AA990111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91D27-C813-24A8-3D51-8A763B312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B258C-9858-4042-BC30-2AD5B6442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19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AAF7-75DF-2BD4-AD39-E016F5D4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7AA97-B2F5-06F0-2BA9-D91B8E88C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37ED2-CADE-8238-7C70-2AB6C6030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47D6-5019-4109-A667-B6D9E60029E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666CF-0EE9-C2F4-237B-7E12E030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E1BFD-E683-D13F-ECB6-25C35A26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B258C-9858-4042-BC30-2AD5B6442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31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B05B3F-12E7-65B3-DEC3-39B176866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AEC45-6212-556F-E0B8-4BDCC2B07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EC39C-D2D5-88F6-8858-75380DFC4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47D6-5019-4109-A667-B6D9E60029E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83BE8-7AD3-C985-D2B4-393DD910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8C436-AEE7-1AD2-B74C-F86E9613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B258C-9858-4042-BC30-2AD5B6442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39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DD8C7-BD07-89B1-2C44-179FD7273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F4693-E895-B69D-E56F-156BFC64A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D8713-C398-CA99-CFE8-0D5DD8816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547D6-5019-4109-A667-B6D9E60029E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88D07-2E3A-AA75-8067-6E445F240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C508F-C40A-91E2-92F0-283D79956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B258C-9858-4042-BC30-2AD5B6442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585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FD9F-C663-E920-10CD-998FCD07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SFL09: TILT SENSOR WITH LED AND BUZZER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BDA-E1FA-6E4B-A34E-D2CE12E5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A02E7-2E48-2AAB-4DA7-AEAA0519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2280402"/>
            <a:ext cx="3417779" cy="22971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C6205-5BE0-6E70-2E8A-FF9C9D90C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162" y="1885359"/>
            <a:ext cx="1494750" cy="1793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0ACE5-7676-1262-0B8F-0678387AC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1045590" y="4783098"/>
            <a:ext cx="3048141" cy="17097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327" y="1679054"/>
            <a:ext cx="3708949" cy="2552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263AA-A3DB-C7CF-FBA2-0C90089C37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9" name="Picture 4" descr="Buy 5V Piezo Buzzer B 10N (Pack of 5) Online At Best Price in India -  Robomart">
            <a:extLst>
              <a:ext uri="{FF2B5EF4-FFF2-40B4-BE49-F238E27FC236}">
                <a16:creationId xmlns:a16="http://schemas.microsoft.com/office/drawing/2014/main" id="{CD0D392D-C4D1-692C-DC42-32FD4FEC1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333" y="5049592"/>
            <a:ext cx="1808408" cy="180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ow to blink a LED with arduino?">
            <a:extLst>
              <a:ext uri="{FF2B5EF4-FFF2-40B4-BE49-F238E27FC236}">
                <a16:creationId xmlns:a16="http://schemas.microsoft.com/office/drawing/2014/main" id="{0089525D-073D-F753-D077-773CD8A98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751" y="3760634"/>
            <a:ext cx="2386556" cy="113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W-520D Tilt Switch Sensor Module « osoyoo.com">
            <a:extLst>
              <a:ext uri="{FF2B5EF4-FFF2-40B4-BE49-F238E27FC236}">
                <a16:creationId xmlns:a16="http://schemas.microsoft.com/office/drawing/2014/main" id="{30DF5756-58E0-CA5F-EEFA-EFFC4833F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317" y="4673050"/>
            <a:ext cx="2961588" cy="166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2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B0D58-55BB-C3EA-E02F-E5B94EA6C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2A57F-FCFE-CC5B-F638-7A6F82CBB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SFL09: TILT SENSOR WITH LED AND BUZZER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DBC60D-5332-13D8-CD32-D16FB0BDAD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458BCB-3C38-F527-AFDA-DEAD0FF9C44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1965960"/>
            <a:ext cx="5735955" cy="292608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EEB868-4F8A-5F2F-5988-E7F66DF16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686623"/>
              </p:ext>
            </p:extLst>
          </p:nvPr>
        </p:nvGraphicFramePr>
        <p:xfrm>
          <a:off x="6278252" y="2303367"/>
          <a:ext cx="4045678" cy="2112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2839">
                  <a:extLst>
                    <a:ext uri="{9D8B030D-6E8A-4147-A177-3AD203B41FA5}">
                      <a16:colId xmlns:a16="http://schemas.microsoft.com/office/drawing/2014/main" val="3740535452"/>
                    </a:ext>
                  </a:extLst>
                </a:gridCol>
                <a:gridCol w="2022839">
                  <a:extLst>
                    <a:ext uri="{9D8B030D-6E8A-4147-A177-3AD203B41FA5}">
                      <a16:colId xmlns:a16="http://schemas.microsoft.com/office/drawing/2014/main" val="2764230179"/>
                    </a:ext>
                  </a:extLst>
                </a:gridCol>
              </a:tblGrid>
              <a:tr h="416329">
                <a:tc>
                  <a:txBody>
                    <a:bodyPr/>
                    <a:lstStyle/>
                    <a:p>
                      <a:r>
                        <a:rPr lang="en-IN" dirty="0"/>
                        <a:t>Arduino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Breadboard (tilt sensor)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502294"/>
                  </a:ext>
                </a:extLst>
              </a:tr>
              <a:tr h="416329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GND(LIGHT BLUE)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767375"/>
                  </a:ext>
                </a:extLst>
              </a:tr>
              <a:tr h="416329">
                <a:tc>
                  <a:txBody>
                    <a:bodyPr/>
                    <a:lstStyle/>
                    <a:p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VCC(red)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888792"/>
                  </a:ext>
                </a:extLst>
              </a:tr>
              <a:tr h="416329">
                <a:tc>
                  <a:txBody>
                    <a:bodyPr/>
                    <a:lstStyle/>
                    <a:p>
                      <a:r>
                        <a:rPr lang="en-IN" dirty="0"/>
                        <a:t>Pin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Digital output(dark blue)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3551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7940CE-028D-8226-D289-C436D077FF54}"/>
              </a:ext>
            </a:extLst>
          </p:cNvPr>
          <p:cNvSpPr txBox="1"/>
          <p:nvPr/>
        </p:nvSpPr>
        <p:spPr>
          <a:xfrm>
            <a:off x="6234791" y="1947618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Connections:</a:t>
            </a:r>
          </a:p>
        </p:txBody>
      </p:sp>
    </p:spTree>
    <p:extLst>
      <p:ext uri="{BB962C8B-B14F-4D97-AF65-F5344CB8AC3E}">
        <p14:creationId xmlns:p14="http://schemas.microsoft.com/office/powerpoint/2010/main" val="80834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EA08-396A-7EFF-5A85-CC10380B3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78D4-1F8E-ABCF-651E-E52F8FE0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SFL09: TILT SENSOR WITH LED AND BUZZER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1C889E-9DA1-E926-94A8-BF6E782D66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82A546C-90F4-AD0D-911D-3502E2974F2B}"/>
              </a:ext>
            </a:extLst>
          </p:cNvPr>
          <p:cNvSpPr/>
          <p:nvPr/>
        </p:nvSpPr>
        <p:spPr>
          <a:xfrm>
            <a:off x="914400" y="1913641"/>
            <a:ext cx="5863472" cy="2894029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Define library and module pins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Setup()</a:t>
            </a:r>
            <a:br>
              <a:rPr lang="en-IN" dirty="0"/>
            </a:br>
            <a:r>
              <a:rPr lang="en-IN" dirty="0"/>
              <a:t>VCC and GND of the tilt sensor and digital output to pin8</a:t>
            </a:r>
            <a:br>
              <a:rPr lang="en-IN" dirty="0"/>
            </a:br>
            <a:r>
              <a:rPr lang="en-IN" dirty="0"/>
              <a:t>buzzer pin to 12</a:t>
            </a:r>
            <a:br>
              <a:rPr lang="en-IN" dirty="0"/>
            </a:br>
            <a:r>
              <a:rPr lang="en-IN" dirty="0"/>
              <a:t>led pin to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Loop()</a:t>
            </a:r>
            <a:br>
              <a:rPr lang="en-IN" dirty="0"/>
            </a:br>
            <a:r>
              <a:rPr lang="en-IN" dirty="0"/>
              <a:t>read the state if tilt sensor</a:t>
            </a:r>
            <a:br>
              <a:rPr lang="en-IN" dirty="0"/>
            </a:br>
            <a:r>
              <a:rPr lang="en-IN" dirty="0"/>
              <a:t>If it is activated, then turn on the LED and buzzer </a:t>
            </a:r>
            <a:br>
              <a:rPr lang="en-IN" dirty="0"/>
            </a:br>
            <a:r>
              <a:rPr lang="en-IN" dirty="0"/>
              <a:t>else turn off the LED and buzzer.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6CA434-B3B6-CFA7-EB5C-0F6EBA55B1B5}"/>
              </a:ext>
            </a:extLst>
          </p:cNvPr>
          <p:cNvSpPr/>
          <p:nvPr/>
        </p:nvSpPr>
        <p:spPr>
          <a:xfrm>
            <a:off x="7334054" y="2007909"/>
            <a:ext cx="4251488" cy="305428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b="1" u="sng" dirty="0"/>
              <a:t>Code for Lesson SFL09:</a:t>
            </a:r>
          </a:p>
          <a:p>
            <a:endParaRPr lang="en-IN" b="1" dirty="0"/>
          </a:p>
          <a:p>
            <a:r>
              <a:rPr lang="en-IN" b="1" u="sng" dirty="0">
                <a:solidFill>
                  <a:schemeClr val="accent1"/>
                </a:solidFill>
              </a:rPr>
              <a:t>https://github.com/info-zas/zas-robotics-sensors/blob/main/01_FoundationProjects/01_Code/_09_DisplayingTextAndDataOnAnOLED/_09_DisplayingTextAndDataOnAnOLED.ino</a:t>
            </a:r>
          </a:p>
        </p:txBody>
      </p:sp>
    </p:spTree>
    <p:extLst>
      <p:ext uri="{BB962C8B-B14F-4D97-AF65-F5344CB8AC3E}">
        <p14:creationId xmlns:p14="http://schemas.microsoft.com/office/powerpoint/2010/main" val="1889267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4CF0-609C-1319-782B-B80AC482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8A81E-648C-864E-C618-B47C0819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SFL09: TILT SENSOR WITH LED AND BUZZER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1C8499-9D07-3AAE-720E-F3ACFFE432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75129B-493C-FDFA-EDC0-C29A618F3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36" y="1437894"/>
            <a:ext cx="6909816" cy="51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538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185</Words>
  <Application>Microsoft Office PowerPoint</Application>
  <PresentationFormat>Widescreen</PresentationFormat>
  <Paragraphs>30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SFL09: TILT SENSOR WITH LED AND BUZZER</vt:lpstr>
      <vt:lpstr>SFL09: TILT SENSOR WITH LED AND BUZZER</vt:lpstr>
      <vt:lpstr>SFL09: TILT SENSOR WITH LED AND BUZZER</vt:lpstr>
      <vt:lpstr>SFL09: TILT SENSOR WITH LED AND BUZZER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Raafia Shaik</dc:creator>
  <cp:lastModifiedBy>shaikraahila136@outlook.com</cp:lastModifiedBy>
  <cp:revision>11</cp:revision>
  <dcterms:created xsi:type="dcterms:W3CDTF">2025-12-22T11:14:33Z</dcterms:created>
  <dcterms:modified xsi:type="dcterms:W3CDTF">2026-01-18T17:41:39Z</dcterms:modified>
</cp:coreProperties>
</file>