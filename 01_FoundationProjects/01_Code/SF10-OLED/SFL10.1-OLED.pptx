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9" r:id="rId3"/>
    <p:sldId id="260" r:id="rId4"/>
    <p:sldId id="261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2D6BE-0318-45B9-9447-16B2EE11CDED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8A627-51E9-4DCC-81E3-4DE1E3F8A4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461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09962B-3B3C-CD16-CF97-8806D4E439C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5F144-4477-3278-DD0A-BB5203ABE0DE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2DAB-D690-C11B-699D-24D29A311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A46D6-39C4-A86F-B3B1-A0CCB68A7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1CFF5-6095-746C-4577-9F9643C5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4FE2C-8079-5F3D-4B4C-96D62090E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CD49-A4FB-D48F-2E94-78EE663E9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8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A9BD-8016-C29C-E0D2-5738EDEBC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6F63B-BCAF-A3D1-D926-AEAC63B6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8C073-C5C1-44D6-7ED1-6B0F25B3B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5F1CC-C330-EE15-D177-FBAE90CE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497E2-35E1-ACE6-6020-0D1D763F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8341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70A75-F2AA-1DEA-FF47-2A315DAEC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20C01-ADC5-1470-CC4D-DBEB0770B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8699-991E-1D43-8249-131D898E6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797FD-F172-EB7F-4F56-637486A1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95D9E-E3A5-E34C-F73F-962EF6AD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05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44FF-CBDB-847F-E563-320578E3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2C1E9-4E4D-6E2F-15E5-1502CE85C8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1CADF-4D31-3DC2-5ABE-2FDF45FFA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80974-527C-FD8D-5FEA-A9E55774B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E7F740-5638-3ACF-F343-2E85686F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C850D-51F3-1887-5FBE-08281A479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9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465C-6911-5942-349A-7A7EC929A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D7BA0-8715-578F-F392-5167E5698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8F216-673B-7255-1B18-3F146085C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EFE37-3D0B-975D-A4EB-112ED0D97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C1CEA8-6752-F8F2-5849-85A4C3B05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47DAE-E5CC-48C0-8E00-A080162A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9A9949-DCAA-15C3-8F99-70E7668D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6E7977-10E9-0E23-9B9E-7B82AC850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3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CA5A-E703-CDBB-10A9-CAFBA7449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893F99-77F1-9FA3-6462-606BFD031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6BF28-A638-03FB-4848-3169B97D5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8E8A53-349C-2924-B0E8-980B31F7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927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48AA8-6641-43EE-E1AA-47E8F38B9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635F82-445C-E525-50AC-77F102E82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FE056-B6BB-D596-0876-625695DE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8858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E6F9C-440F-1817-0621-319C4396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EF187-E015-DFF3-DBA1-4503B9B45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D2D67-CDF5-927C-4CBA-35E2767D5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0DD952-C668-AB7D-69BD-B690305E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CC50-6B5A-5962-59EB-8A3BC1199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E30564-2560-838A-25C0-E289B3801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110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6970F-3F43-F439-A408-8166E7F1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01E34F-04B2-2738-B3B3-C69C4F4C6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DE52D9-C54B-C40B-A15F-663B1BB8F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502A3F-E03C-19B4-4021-64DDF603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0EB64A-38D9-17C9-192B-489CC7165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5BC1E-8DCB-48A3-83BA-E54774E9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62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B9F62-E3B1-B11A-18A0-694D5951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4F424-395E-5F09-C1BE-20A685D04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8BB4A6-7934-CF3D-644B-7DAC72012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70227-52A9-A5D0-D0F8-00D973BFD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7415D-69FC-610F-7858-29C90097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5159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673311-35A5-A7F9-03F0-443AF14309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96679-7346-0AD2-576B-DCA045AA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75724-0A1F-78E3-D868-21BD184F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57251-2460-00CF-D5B3-B6865EB4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2E97-A111-F19A-77E9-D6F2631C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30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6EB824-91D6-7C83-C16B-A7ED6FBC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A9DD3-E554-69EC-333D-CF919FA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A7FB8-727D-1CEB-BB82-CBB49E141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B94D8-5B7B-4639-9443-8F2143FC14B4}" type="datetimeFigureOut">
              <a:rPr lang="en-IN" smtClean="0"/>
              <a:t>18-01-2026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1DF66-4E48-8AE0-65FE-0BAA89938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DB319-D83E-7CB7-9829-F958E8869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6289D-0DF0-4006-B243-2FBBEBFA3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96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96824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763252"/>
            <a:ext cx="9144000" cy="2387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FF3300"/>
                </a:solidFill>
              </a:rPr>
              <a:t>Sensor</a:t>
            </a:r>
            <a:r>
              <a:rPr lang="en-GB" b="1" dirty="0">
                <a:solidFill>
                  <a:srgbClr val="FF3300"/>
                </a:solidFill>
              </a:rPr>
              <a:t> Kit (Kit 1)</a:t>
            </a:r>
            <a:br>
              <a:rPr lang="en-GB" b="1" dirty="0">
                <a:solidFill>
                  <a:srgbClr val="FF330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ZAS Robotics Training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D65F1-B05D-0F42-06D6-FC07DD7C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2C2207-41A7-973C-48CB-A47BC469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1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180" y="501650"/>
            <a:ext cx="4042963" cy="108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46901" name="Title 1"/>
          <p:cNvSpPr>
            <a:spLocks noGrp="1"/>
          </p:cNvSpPr>
          <p:nvPr>
            <p:ph type="title"/>
          </p:nvPr>
        </p:nvSpPr>
        <p:spPr bwMode="auto"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b="1" kern="1200" dirty="0">
                <a:solidFill>
                  <a:srgbClr val="FF3300"/>
                </a:solidFill>
              </a:rPr>
              <a:t>Sensor Kit - Contents</a:t>
            </a:r>
            <a:endParaRPr b="1" kern="1200" dirty="0">
              <a:solidFill>
                <a:srgbClr val="FF3300"/>
              </a:solidFill>
            </a:endParaRPr>
          </a:p>
        </p:txBody>
      </p:sp>
      <p:sp>
        <p:nvSpPr>
          <p:cNvPr id="361717547" name="TextBox 20"/>
          <p:cNvSpPr txBox="1"/>
          <p:nvPr/>
        </p:nvSpPr>
        <p:spPr bwMode="auto">
          <a:xfrm>
            <a:off x="8308257" y="6053549"/>
            <a:ext cx="2284732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Creative Board</a:t>
            </a:r>
            <a:endParaRPr/>
          </a:p>
        </p:txBody>
      </p:sp>
      <p:sp>
        <p:nvSpPr>
          <p:cNvPr id="108873707" name="TextBox 45"/>
          <p:cNvSpPr txBox="1"/>
          <p:nvPr/>
        </p:nvSpPr>
        <p:spPr bwMode="auto">
          <a:xfrm>
            <a:off x="2099187" y="5980855"/>
            <a:ext cx="2394793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/>
              <a:t>Sensor</a:t>
            </a:r>
            <a:r>
              <a:rPr lang="en-GB" b="1"/>
              <a:t> Kit Components</a:t>
            </a:r>
            <a:endParaRPr/>
          </a:p>
        </p:txBody>
      </p:sp>
      <p:pic>
        <p:nvPicPr>
          <p:cNvPr id="1496148476" name="Picture 149614847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368" y="1421484"/>
            <a:ext cx="6174877" cy="44363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E0CF6A-5129-7CA3-6773-F100C9D4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4759" y="1201479"/>
            <a:ext cx="5122034" cy="4656394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4B36B-9D91-27D4-8920-6B376B876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03158-3036-9A1A-9225-739DA8DE3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739" y="49696"/>
            <a:ext cx="2755261" cy="7426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7FD9F-C663-E920-10CD-998FCD07F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SFL10: OLED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E2BDA-E1FA-6E4B-A34E-D2CE12E5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Things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AA02E7-2E48-2AAB-4DA7-AEAA05196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586" y="2280402"/>
            <a:ext cx="3417779" cy="22971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9C6205-5BE0-6E70-2E8A-FF9C9D90C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62" y="1885359"/>
            <a:ext cx="1494750" cy="1793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0ACE5-7676-1262-0B8F-0678387AC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 flipH="1">
            <a:off x="3591076" y="4602122"/>
            <a:ext cx="3708948" cy="2080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22C73D-6FBF-9218-8CFA-FC5E04E82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37" y="1744205"/>
            <a:ext cx="3708949" cy="25520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1263AA-A3DB-C7CF-FBA2-0C90089C373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1026" name="Picture 2" descr="OLED Display Module — SunFounder Ultimate Sensor Kit documentation">
            <a:extLst>
              <a:ext uri="{FF2B5EF4-FFF2-40B4-BE49-F238E27FC236}">
                <a16:creationId xmlns:a16="http://schemas.microsoft.com/office/drawing/2014/main" id="{7604FCCE-2B5C-60E1-0530-7D42E3B8F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0998" y="4338952"/>
            <a:ext cx="2755261" cy="241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962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1928-FE31-A49D-7B01-E263DB814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B4C6-F0A2-0C46-1AFD-5A4842D5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SFL10: OLED DISPLAY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219B6-0B41-F319-2D45-8B1556AE9B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C7B9E6-2F6F-76E4-9B5D-82E2FCEDCF4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39346" y="1947618"/>
            <a:ext cx="5735955" cy="31908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129803-8B32-A6A1-4B15-A336852A890A}"/>
              </a:ext>
            </a:extLst>
          </p:cNvPr>
          <p:cNvSpPr txBox="1"/>
          <p:nvPr/>
        </p:nvSpPr>
        <p:spPr>
          <a:xfrm>
            <a:off x="8031637" y="1819373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Connections: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7D56ACD-D8A2-39E2-DF54-F99282741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796695"/>
              </p:ext>
            </p:extLst>
          </p:nvPr>
        </p:nvGraphicFramePr>
        <p:xfrm>
          <a:off x="8031637" y="2317390"/>
          <a:ext cx="3231300" cy="234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650">
                  <a:extLst>
                    <a:ext uri="{9D8B030D-6E8A-4147-A177-3AD203B41FA5}">
                      <a16:colId xmlns:a16="http://schemas.microsoft.com/office/drawing/2014/main" val="3344299434"/>
                    </a:ext>
                  </a:extLst>
                </a:gridCol>
                <a:gridCol w="1615650">
                  <a:extLst>
                    <a:ext uri="{9D8B030D-6E8A-4147-A177-3AD203B41FA5}">
                      <a16:colId xmlns:a16="http://schemas.microsoft.com/office/drawing/2014/main" val="3822388731"/>
                    </a:ext>
                  </a:extLst>
                </a:gridCol>
              </a:tblGrid>
              <a:tr h="425446">
                <a:tc>
                  <a:txBody>
                    <a:bodyPr/>
                    <a:lstStyle/>
                    <a:p>
                      <a:r>
                        <a:rPr lang="en-IN" dirty="0"/>
                        <a:t>Arduino pin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breadboard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1835"/>
                  </a:ext>
                </a:extLst>
              </a:tr>
              <a:tr h="425446">
                <a:tc>
                  <a:txBody>
                    <a:bodyPr/>
                    <a:lstStyle/>
                    <a:p>
                      <a:r>
                        <a:rPr lang="en-IN" dirty="0"/>
                        <a:t>GND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GND(light 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0974518"/>
                  </a:ext>
                </a:extLst>
              </a:tr>
              <a:tr h="425446">
                <a:tc>
                  <a:txBody>
                    <a:bodyPr/>
                    <a:lstStyle/>
                    <a:p>
                      <a:r>
                        <a:rPr lang="en-IN" dirty="0"/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VCC(red)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204908"/>
                  </a:ext>
                </a:extLst>
              </a:tr>
              <a:tr h="425446">
                <a:tc>
                  <a:txBody>
                    <a:bodyPr/>
                    <a:lstStyle/>
                    <a:p>
                      <a:r>
                        <a:rPr lang="en-IN" dirty="0"/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SDA(yellow)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059003"/>
                  </a:ext>
                </a:extLst>
              </a:tr>
              <a:tr h="425446">
                <a:tc>
                  <a:txBody>
                    <a:bodyPr/>
                    <a:lstStyle/>
                    <a:p>
                      <a:r>
                        <a:rPr lang="en-IN" dirty="0"/>
                        <a:t>A5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SCL(blue)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46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961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037F8-730D-EF73-FB8A-4DF432587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73C6-09E6-1CD3-E282-3CFE5771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SFL10: OLED DISPLAY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6FCCE6-DD30-5A23-EABB-A22B217034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0CB080-DF4B-D78F-AC16-8355EFF685BD}"/>
              </a:ext>
            </a:extLst>
          </p:cNvPr>
          <p:cNvSpPr/>
          <p:nvPr/>
        </p:nvSpPr>
        <p:spPr>
          <a:xfrm>
            <a:off x="923827" y="1923068"/>
            <a:ext cx="4798243" cy="2149311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Define OLED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Setup()</a:t>
            </a:r>
            <a:br>
              <a:rPr lang="en-IN" dirty="0"/>
            </a:br>
            <a:r>
              <a:rPr lang="en-IN" dirty="0"/>
              <a:t>SDA to </a:t>
            </a:r>
            <a:r>
              <a:rPr lang="en-IN" dirty="0" err="1"/>
              <a:t>analog</a:t>
            </a:r>
            <a:r>
              <a:rPr lang="en-IN" dirty="0"/>
              <a:t> A4 pin</a:t>
            </a:r>
            <a:br>
              <a:rPr lang="en-IN" dirty="0"/>
            </a:br>
            <a:r>
              <a:rPr lang="en-IN" dirty="0"/>
              <a:t>SCL to </a:t>
            </a:r>
            <a:r>
              <a:rPr lang="en-IN" dirty="0" err="1"/>
              <a:t>analog</a:t>
            </a:r>
            <a:r>
              <a:rPr lang="en-IN" dirty="0"/>
              <a:t> A5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Loop()</a:t>
            </a:r>
            <a:br>
              <a:rPr lang="en-IN" dirty="0"/>
            </a:br>
            <a:r>
              <a:rPr lang="en-IN" dirty="0"/>
              <a:t>Print hello!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CA7486-D404-E2EA-538B-DB3D987CF82C}"/>
              </a:ext>
            </a:extLst>
          </p:cNvPr>
          <p:cNvSpPr/>
          <p:nvPr/>
        </p:nvSpPr>
        <p:spPr>
          <a:xfrm>
            <a:off x="6815579" y="1923068"/>
            <a:ext cx="3836710" cy="3233394"/>
          </a:xfrm>
          <a:prstGeom prst="rect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IN" b="1" u="sng" dirty="0"/>
              <a:t>Code for Lesson SFL10:</a:t>
            </a:r>
          </a:p>
          <a:p>
            <a:endParaRPr lang="en-IN" b="1" u="sng" dirty="0"/>
          </a:p>
          <a:p>
            <a:endParaRPr lang="en-IN" b="1" u="sng" dirty="0"/>
          </a:p>
          <a:p>
            <a:endParaRPr lang="en-IN" b="1" u="sng" dirty="0"/>
          </a:p>
        </p:txBody>
      </p:sp>
    </p:spTree>
    <p:extLst>
      <p:ext uri="{BB962C8B-B14F-4D97-AF65-F5344CB8AC3E}">
        <p14:creationId xmlns:p14="http://schemas.microsoft.com/office/powerpoint/2010/main" val="61726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78487-A47F-A2D2-4220-3B26B204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E2BD-F5B9-1FC8-A19C-BFF40E8CD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SFL10: OLED DISPLAY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25327A-36B8-2333-23D5-DB6B5DEED7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18111" y="108195"/>
            <a:ext cx="2755261" cy="7426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BBE64C-3F12-02CA-1281-67B62863D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756154" y="55773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0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</TotalTime>
  <Words>98</Words>
  <Application>Microsoft Office PowerPoint</Application>
  <PresentationFormat>Widescreen</PresentationFormat>
  <Paragraphs>31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Sensor Kit (Kit 1) ZAS Robotics Training</vt:lpstr>
      <vt:lpstr>Sensor Kit - Contents</vt:lpstr>
      <vt:lpstr>SFL10: OLED DISPLAY</vt:lpstr>
      <vt:lpstr>SFL10: OLED DISPLAY</vt:lpstr>
      <vt:lpstr>SFL10: OLED DISPLAY</vt:lpstr>
      <vt:lpstr>SFL10: OLED DISPLAY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Kit (Kit 1) ZAS Robotics Training</dc:title>
  <dc:creator>Raafia Shaik</dc:creator>
  <cp:lastModifiedBy>shaikraahila136@outlook.com</cp:lastModifiedBy>
  <cp:revision>16</cp:revision>
  <dcterms:created xsi:type="dcterms:W3CDTF">2025-12-22T11:19:46Z</dcterms:created>
  <dcterms:modified xsi:type="dcterms:W3CDTF">2026-01-18T17:42:48Z</dcterms:modified>
</cp:coreProperties>
</file>