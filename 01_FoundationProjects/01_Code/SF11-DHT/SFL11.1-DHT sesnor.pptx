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3" r:id="rId5"/>
    <p:sldId id="256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BB8E9-5F82-4F5A-9C5D-0BA149978F5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A9DB3-E96B-4895-8EDB-1E004EA9B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21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932D-D5B9-E9EB-E772-F2C3D15C8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6F4DF-D056-8F1F-43BF-F92AC43EA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4A3F-D788-F6A0-B2CF-2A59E70F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29F32-52C7-0DDA-B166-2C62116F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A78B8-B3E8-4ED7-0CE3-E512D5ED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0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2808-1263-D03C-E0FC-7F3B4E5B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9D15-557D-ACF0-FD02-20FD97149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0F8F3-4D40-397E-7CFB-EE567768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CA234-2ED7-99E5-C74D-87F36750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51656-2369-22CC-5A6B-33966740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09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0984-2D7C-6176-3881-DAA71650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18E21-28CC-7DA7-AD10-C46EFCF2B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51AFA-0DB2-841D-99E2-E2C0257F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685D1-B52B-516D-DE37-8CCA1A0E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5D5F2-A7E7-1B16-7805-2F8EEABF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993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3EF8-3B9B-27BA-7A84-CA8A8F67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EC1F2-7166-3302-ED9B-1A774DA2E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B48CB-7770-3F72-5C61-7A6C697AF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2EBD1-8DFC-74DF-E56C-6B6363BB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F8240-4203-2A2B-4F77-75B9640D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4D7BE-B46A-D96B-3C89-44393BCD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4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F2FA-B09B-FFAA-4006-8AC815F7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68F9B-8CC5-F080-51CC-EFAB80E4B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2856B-5E20-52CF-EB40-7F27D8922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7693D-DF15-5034-5D9A-9578B28FA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B5530-97CE-ECBA-14A4-C4BC46CC1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E49EF-5622-A291-114E-55EAEC0FB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8F3B0-FE4F-1809-5343-78FAA15D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DE0D3-5DFC-8449-F1C6-F1C08460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51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55A2-84BF-5EC1-415E-FD39CC4F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97510-DD21-4490-FCD8-D9E9A2A3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9E1EA-BC27-895F-546D-A14AFD1B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786D7-B383-4B6E-3D12-3ABA6011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0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14C2B-E3C3-8809-C17C-E829CB63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21D1B-8EF0-9FB3-D6D4-1095C156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E1AB8-AC0D-F313-08E0-96EF50B9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56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3E6-8045-B44B-7A27-84566A50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C232-B94E-DE57-02AE-4CBFFEB6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F3EBA-27A8-B5C5-6A3B-B96BABB85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7BC5F-524D-332B-FEC6-F77A5E88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0D45A-F9D9-2404-9BB4-E7B120D2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3CB9-7C38-5DE6-5D7A-FBE63699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9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BA31-7454-F8E0-B3C9-CC917A47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82627-3046-DDED-9A08-9B9EDD38B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5EFDD-BDFE-2E45-ADCE-02DA7947A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B19DF-20ED-C8E5-631B-5B3B03DD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4C71-33A9-991A-E4FA-84DBDFA0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1BE86-3BCD-247F-ECF2-676A63E8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16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3DFF-4D25-59AE-F036-6BB8B9E6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5DD2D-3447-ED7A-068D-C604F12A8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FC8AE-D69B-7156-66C7-4C175AC0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43E4-9DA9-053A-5DD8-1D24C06B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98962-086D-051C-DD45-53915CB7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48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7828C3-B9CB-7A05-C65A-2196054717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D3F6C-3503-484E-2C2C-30969F297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F82E6-01FE-AAE3-D60B-57B4BAEF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06F64-3E57-72CA-55DA-E5E8664B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600F4-9FCA-4FAA-654D-E028FABD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18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81999-098D-2B43-E3F6-03EC3D415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71B32-CB74-FAD9-BC4E-78A944645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F1317-AD2E-41A8-7BB2-A849FE6D3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10F2E-737E-4821-971B-20F5D3CF3878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BFBBA-8925-070E-AA82-32E8EC464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284DC-8AF7-9F87-685C-E3F7BE58C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10C17-B0F1-4EEC-A65E-FCBB7F735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5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94" y="57582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SFL11: TEMPERATURE AND HUMIDITY (DHT) SENSOR WITH OLED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18" y="2530616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19" y="2705491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947337" y="4827812"/>
            <a:ext cx="2727599" cy="1529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391" y="1600172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Electrobot DHT11 Digital Temperature &amp; Humidity Sensor Module for Arduino  and RPi : Amazon.in: Industrial &amp; Scientific">
            <a:extLst>
              <a:ext uri="{FF2B5EF4-FFF2-40B4-BE49-F238E27FC236}">
                <a16:creationId xmlns:a16="http://schemas.microsoft.com/office/drawing/2014/main" id="{4E1D8331-D420-1E92-9BC9-E2A9A17A0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574" y="4392867"/>
            <a:ext cx="2436059" cy="233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OLED Display Module — SunFounder Ultimate Sensor Kit documentation">
            <a:extLst>
              <a:ext uri="{FF2B5EF4-FFF2-40B4-BE49-F238E27FC236}">
                <a16:creationId xmlns:a16="http://schemas.microsoft.com/office/drawing/2014/main" id="{8973A629-EC2F-A2D1-6AA9-90F2056E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9995" y="4765005"/>
            <a:ext cx="1613666" cy="141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0DAE-6E45-3682-A229-97972905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4FBAA1-4E71-AC5D-08D8-6766B760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4" y="85082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SFL11: TEMPERATURE AND HUMIDITY (DHT) SENSOR WITH OLED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24187-F759-95F2-7166-4377C33516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59BC96-9C85-0F4A-65A8-D822E70844B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6224" y="2267477"/>
            <a:ext cx="5735955" cy="362394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15FD12-4A09-7D10-088C-678E2F456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523290"/>
              </p:ext>
            </p:extLst>
          </p:nvPr>
        </p:nvGraphicFramePr>
        <p:xfrm>
          <a:off x="6579910" y="2613778"/>
          <a:ext cx="425306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533">
                  <a:extLst>
                    <a:ext uri="{9D8B030D-6E8A-4147-A177-3AD203B41FA5}">
                      <a16:colId xmlns:a16="http://schemas.microsoft.com/office/drawing/2014/main" val="1255885635"/>
                    </a:ext>
                  </a:extLst>
                </a:gridCol>
                <a:gridCol w="2126533">
                  <a:extLst>
                    <a:ext uri="{9D8B030D-6E8A-4147-A177-3AD203B41FA5}">
                      <a16:colId xmlns:a16="http://schemas.microsoft.com/office/drawing/2014/main" val="2737638737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98512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116808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821001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n-IN" dirty="0"/>
                        <a:t>Pin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112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C17AF5-4AC8-D29E-2B32-77E7409968D7}"/>
              </a:ext>
            </a:extLst>
          </p:cNvPr>
          <p:cNvSpPr txBox="1"/>
          <p:nvPr/>
        </p:nvSpPr>
        <p:spPr>
          <a:xfrm>
            <a:off x="6674177" y="210217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89369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90FF44-4B39-A2E4-1014-5AF87F28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SFL11: TEMPERATURE AND HUMIDITY (DHT) SENSOR WITH OLED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3C9BE-0026-1A28-0F94-0D6E7952D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IN" sz="2100" b="1" dirty="0"/>
              <a:t>🔧 SETUP() – runs once</a:t>
            </a:r>
          </a:p>
          <a:p>
            <a:r>
              <a:rPr lang="en-IN" sz="2100" dirty="0"/>
              <a:t>Starts Serial Monitor communication: </a:t>
            </a:r>
            <a:r>
              <a:rPr lang="en-IN" sz="2100" dirty="0" err="1"/>
              <a:t>Serial.begin</a:t>
            </a:r>
            <a:r>
              <a:rPr lang="en-IN" sz="2100" dirty="0"/>
              <a:t>(9600)</a:t>
            </a:r>
          </a:p>
          <a:p>
            <a:r>
              <a:rPr lang="en-IN" sz="2100" dirty="0"/>
              <a:t>Initializes the DHT11 sensor</a:t>
            </a:r>
            <a:br>
              <a:rPr lang="en-IN" sz="2100" dirty="0"/>
            </a:br>
            <a:endParaRPr lang="en-IN" sz="2100" dirty="0"/>
          </a:p>
          <a:p>
            <a:r>
              <a:rPr lang="en-IN" sz="2100" b="1" dirty="0"/>
              <a:t>🔁 LOOP() – repeats forever</a:t>
            </a:r>
          </a:p>
          <a:p>
            <a:r>
              <a:rPr lang="en-IN" sz="2100" dirty="0"/>
              <a:t>Waits 2 seconds between readings</a:t>
            </a:r>
          </a:p>
          <a:p>
            <a:r>
              <a:rPr lang="en-IN" sz="2100" dirty="0"/>
              <a:t>Reads </a:t>
            </a:r>
            <a:r>
              <a:rPr lang="en-IN" sz="2100" b="1" dirty="0"/>
              <a:t>temperature</a:t>
            </a:r>
            <a:r>
              <a:rPr lang="en-IN" sz="2100" dirty="0"/>
              <a:t> and </a:t>
            </a:r>
            <a:r>
              <a:rPr lang="en-IN" sz="2100" b="1" dirty="0"/>
              <a:t>humidity</a:t>
            </a:r>
            <a:endParaRPr lang="en-IN" sz="2100" dirty="0"/>
          </a:p>
          <a:p>
            <a:r>
              <a:rPr lang="en-IN" sz="2100" dirty="0"/>
              <a:t>Checks whether the sensor reading failed</a:t>
            </a:r>
          </a:p>
          <a:p>
            <a:r>
              <a:rPr lang="en-IN" sz="2100" dirty="0"/>
              <a:t>If successful, prints:</a:t>
            </a:r>
          </a:p>
          <a:p>
            <a:pPr lvl="1"/>
            <a:r>
              <a:rPr lang="en-IN" sz="1900" dirty="0"/>
              <a:t>Temperature in °C</a:t>
            </a:r>
          </a:p>
          <a:p>
            <a:pPr lvl="1"/>
            <a:r>
              <a:rPr lang="en-IN" sz="1900" dirty="0"/>
              <a:t>Humidity in %</a:t>
            </a:r>
          </a:p>
          <a:p>
            <a:endParaRPr lang="en-IN" sz="2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66E830-C0DD-78C1-6583-3102F26663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2CCE6B-A6CE-125B-D3D4-C9483C7E5563}"/>
              </a:ext>
            </a:extLst>
          </p:cNvPr>
          <p:cNvSpPr/>
          <p:nvPr/>
        </p:nvSpPr>
        <p:spPr>
          <a:xfrm>
            <a:off x="6796726" y="2686639"/>
            <a:ext cx="4025245" cy="283746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the Lesson SFL11:</a:t>
            </a:r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https://github.com/info-zas/zas-robotics-sensors/blob/main/01_FoundationProjects/01_Code/_12_MeasuringTempAndHumidityWithDHT11OnOLED/_11_MeasuringTempAndHumidityWithDHT11OnOLED.ino</a:t>
            </a:r>
          </a:p>
        </p:txBody>
      </p:sp>
    </p:spTree>
    <p:extLst>
      <p:ext uri="{BB962C8B-B14F-4D97-AF65-F5344CB8AC3E}">
        <p14:creationId xmlns:p14="http://schemas.microsoft.com/office/powerpoint/2010/main" val="204343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E082-910D-8FC6-0089-8D67DAB8F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EBCE5-BA96-F203-5F8F-D509F238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4" y="47950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SFL11: TEMPERATURE AND HUMIDITY (DHT) SENSOR WITH OLED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D407F-681D-4431-2317-F3C0D4724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A7014E-057E-7199-6603-FD4214BF1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724912" y="2006975"/>
            <a:ext cx="5952744" cy="44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7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05CD-FF15-721D-01A3-3E40C374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7F88DB-77CC-2C37-3541-3C4DB2ED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4" y="85082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SFL11: TEMPERATURE AND HUMIDITY (DHT) SENSOR WITH OLED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5D801F-8E13-2830-6AD7-19C730F019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57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</Words>
  <Application>Microsoft Office PowerPoint</Application>
  <PresentationFormat>Widescreen</PresentationFormat>
  <Paragraphs>38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SFL11: TEMPERATURE AND HUMIDITY (DHT) SENSOR WITH OLED</vt:lpstr>
      <vt:lpstr>SFL11: TEMPERATURE AND HUMIDITY (DHT) SENSOR WITH OLED</vt:lpstr>
      <vt:lpstr>SFL11: TEMPERATURE AND HUMIDITY (DHT) SENSOR WITH OLED</vt:lpstr>
      <vt:lpstr>SFL11: TEMPERATURE AND HUMIDITY (DHT) SENSOR WITH OLED</vt:lpstr>
      <vt:lpstr>SFL11: TEMPERATURE AND HUMIDITY (DHT) SENSOR WITH OLED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12</cp:revision>
  <dcterms:created xsi:type="dcterms:W3CDTF">2025-12-23T04:44:47Z</dcterms:created>
  <dcterms:modified xsi:type="dcterms:W3CDTF">2026-01-18T17:46:47Z</dcterms:modified>
</cp:coreProperties>
</file>