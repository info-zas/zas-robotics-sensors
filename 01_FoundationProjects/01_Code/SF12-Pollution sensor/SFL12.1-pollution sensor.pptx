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0ADA2-D0E2-4517-A7C7-4ACCCCCA11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6539E-8108-474F-BA3A-C5132538A2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6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CC22-592B-1FD9-2AC3-3AA5C3009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3B948-B2F1-F342-AB2C-9D039628C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7AA18-43B0-D55C-E4CE-42B58A7B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88D8-A41D-6B9B-5366-67627892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235F-018D-6DB3-F343-35F5889B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44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9185-E8E1-AA0C-BFA6-DB8A01C3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C0932-3076-E852-1948-07FD08836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D126-EB38-1B31-38D6-A0E2C070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C3D0-716E-0824-B6F8-03357ECB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630-F389-8BA9-46F8-9B02AAC4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59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7977-C759-8889-424E-52956826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D33E2-23D9-AEA2-7C53-48A877E68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3191C-427E-F9EA-D4DB-ED9D9A58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0AC4-7C9F-8E2E-7F5F-EB3BFC13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BB8B9-F0CA-F104-97D4-FE121026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8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77F4-241A-EE5F-97CE-68FA6B15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1DF13-5CDB-5E9C-43D3-B32B93FFB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4FF4F-595F-8999-8E1A-8DEA6AEC8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1C2A0-15C7-8AE6-7469-EE4DAEB7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29D08-53AD-A240-B135-0180EDD0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FC90-B33D-FA0F-574C-B1CEFA83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38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BF14-0C54-09C3-3418-FEBCF370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BB4FB-C47E-8EFC-5725-A18C240FF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EFFEE-71A7-0C1E-1525-E8A76003D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A45AA-2959-CFA7-9545-957B012A2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30C4B-DDD4-48FD-93B7-DA04DA351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DD49E-BF85-8D03-9E33-B8A5DEE4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6A7AF-D131-F414-16C4-E3B9D5FE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89C28-6741-DEA3-6FA1-454B2903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16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BB90-5998-2408-77D8-F09529E2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8AA9D-1CE7-9C9F-DD3A-1EEA539A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5FFC7-AD4F-522B-FAC8-207F40A6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1993F-0FE6-FAD1-A122-4233ECF8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63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BBA5E-C6FA-4FA5-D2AA-2ED48A09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43C20-5F64-54A5-6F30-FE598848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735C6-F246-ADC7-A919-703885EB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4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2B42-303D-6F06-61FA-C3A08DBA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AA21A-C414-2960-91B8-7909B21C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4950-3282-FD51-8CD4-9102F22BD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07AF2-5EBF-6B2C-BF26-4050A9CE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CB212-1D5E-58D5-D9ED-24650187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B46FE-5E92-E8C4-FA56-32A2F0AD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5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179D-20DD-3B93-B771-47BAD6D9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90AD6-2E69-8C9C-F0BA-CD90F49EF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6A873-C28E-478D-6665-1241C98E7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C1979-8B99-30A9-5A1E-CF4A807A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57EFF-22C5-CE1B-D2B8-03611276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7D9C9-0620-D8FE-E156-552655EE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90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EBEB-4367-191D-1B33-6FC143D3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37DB7-366E-C8A4-A660-FC94D7ABE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126E6-2308-D5FB-E9B6-63CD8455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E07B4-73E1-7484-8738-3FE5CAD3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0AC9E-1F40-7762-F324-6CBA30BC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67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F44DF-7038-24FF-D0FE-AB2FEEAA1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064FB-BF38-753C-8004-FCEA914C4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ECF24-E59C-C0EB-EEF6-BB93A556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482-BF21-919C-A704-24A730FF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6504B-EA73-FDB1-60CC-4F2D702A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9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11599-CAEF-914B-24C7-D9F8B40E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B1E84-C32C-1343-19D3-50D1B923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2ECBD-55BB-E8FC-308C-70D511960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EAFA2-E54D-43A1-89B8-A198E3B4047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C683B-F7D6-4B6D-1084-49F228E8E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B251-72FE-4A1B-54EE-CF631CEAD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97718-C359-425A-9EE1-20B8BDA96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5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SFL12: POLLUTION SENSOR(MQ135) WITH OLED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572981" y="4757373"/>
            <a:ext cx="2866285" cy="1607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86" y="1381796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TekBud MQ 135 Gas Sensor - Air Quality Sensor for Arduino &amp; IoT Projects -  Hazardous Gas Detection Module : Amazon.in: Industrial &amp; Scientific">
            <a:extLst>
              <a:ext uri="{FF2B5EF4-FFF2-40B4-BE49-F238E27FC236}">
                <a16:creationId xmlns:a16="http://schemas.microsoft.com/office/drawing/2014/main" id="{7ABCE236-BD5C-B0F5-4B15-E623F7303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754" y="4138810"/>
            <a:ext cx="2473393" cy="245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OLED Display Module — SunFounder Ultimate Sensor Kit documentation">
            <a:extLst>
              <a:ext uri="{FF2B5EF4-FFF2-40B4-BE49-F238E27FC236}">
                <a16:creationId xmlns:a16="http://schemas.microsoft.com/office/drawing/2014/main" id="{88AB4BB8-3437-F277-3CEC-BCC14307D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111" y="4738092"/>
            <a:ext cx="1687113" cy="147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3E20-E99C-7A7B-9FB6-13FBB632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589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SFL12: POLLUTION SENSOR(MQ135)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98C267-89A1-7734-9247-FDACA6060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6163B8-D6BE-B498-DD54-7D151654FC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0045" y="2637557"/>
            <a:ext cx="5735955" cy="388302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9D41DB-5A28-44F4-1A00-F263EC7B7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853121"/>
              </p:ext>
            </p:extLst>
          </p:nvPr>
        </p:nvGraphicFramePr>
        <p:xfrm>
          <a:off x="6096000" y="2697480"/>
          <a:ext cx="452905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528">
                  <a:extLst>
                    <a:ext uri="{9D8B030D-6E8A-4147-A177-3AD203B41FA5}">
                      <a16:colId xmlns:a16="http://schemas.microsoft.com/office/drawing/2014/main" val="4116291613"/>
                    </a:ext>
                  </a:extLst>
                </a:gridCol>
                <a:gridCol w="2264528">
                  <a:extLst>
                    <a:ext uri="{9D8B030D-6E8A-4147-A177-3AD203B41FA5}">
                      <a16:colId xmlns:a16="http://schemas.microsoft.com/office/drawing/2014/main" val="1745344180"/>
                    </a:ext>
                  </a:extLst>
                </a:gridCol>
              </a:tblGrid>
              <a:tr h="307921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MQ135(Breadboard)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549621"/>
                  </a:ext>
                </a:extLst>
              </a:tr>
              <a:tr h="307921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80863"/>
                  </a:ext>
                </a:extLst>
              </a:tr>
              <a:tr h="307921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318132"/>
                  </a:ext>
                </a:extLst>
              </a:tr>
              <a:tr h="307921">
                <a:tc>
                  <a:txBody>
                    <a:bodyPr/>
                    <a:lstStyle/>
                    <a:p>
                      <a:r>
                        <a:rPr lang="en-IN" dirty="0"/>
                        <a:t>Analogue(A0)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A0(yellow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7208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74C13C-255B-5A86-379E-2AB527E7C53D}"/>
              </a:ext>
            </a:extLst>
          </p:cNvPr>
          <p:cNvSpPr txBox="1"/>
          <p:nvPr/>
        </p:nvSpPr>
        <p:spPr>
          <a:xfrm>
            <a:off x="6220037" y="1774150"/>
            <a:ext cx="1426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  <a:p>
            <a:endParaRPr lang="en-IN" b="1" dirty="0"/>
          </a:p>
          <a:p>
            <a:r>
              <a:rPr lang="en-IN" b="1" dirty="0"/>
              <a:t>MQ135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C3FEE4-D08F-A65E-C0DA-C58398BD9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01931"/>
              </p:ext>
            </p:extLst>
          </p:nvPr>
        </p:nvGraphicFramePr>
        <p:xfrm>
          <a:off x="6096000" y="4921005"/>
          <a:ext cx="406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682166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2760"/>
                    </a:ext>
                  </a:extLst>
                </a:gridCol>
              </a:tblGrid>
              <a:tr h="317980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OLED(breadboard)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88054"/>
                  </a:ext>
                </a:extLst>
              </a:tr>
              <a:tr h="317980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18146"/>
                  </a:ext>
                </a:extLst>
              </a:tr>
              <a:tr h="317980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445164"/>
                  </a:ext>
                </a:extLst>
              </a:tr>
              <a:tr h="317980">
                <a:tc>
                  <a:txBody>
                    <a:bodyPr/>
                    <a:lstStyle/>
                    <a:p>
                      <a:r>
                        <a:rPr lang="en-IN" dirty="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A4(purple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830020"/>
                  </a:ext>
                </a:extLst>
              </a:tr>
              <a:tr h="317980">
                <a:tc>
                  <a:txBody>
                    <a:bodyPr/>
                    <a:lstStyle/>
                    <a:p>
                      <a:r>
                        <a:rPr lang="en-IN" dirty="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A5(dark blue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282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518C32C-37F5-A8B2-1C2B-A492F5BE788F}"/>
              </a:ext>
            </a:extLst>
          </p:cNvPr>
          <p:cNvSpPr txBox="1"/>
          <p:nvPr/>
        </p:nvSpPr>
        <p:spPr>
          <a:xfrm>
            <a:off x="6315959" y="457906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OLED</a:t>
            </a:r>
          </a:p>
        </p:txBody>
      </p:sp>
    </p:spTree>
    <p:extLst>
      <p:ext uri="{BB962C8B-B14F-4D97-AF65-F5344CB8AC3E}">
        <p14:creationId xmlns:p14="http://schemas.microsoft.com/office/powerpoint/2010/main" val="251953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4E2A-D6BD-6DF3-4AA6-29F05686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40BF-DECF-69FF-59BA-A6186887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589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SFL12: POLLUTION SENSOR(MQ135)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7B958-9B03-29B5-E9F2-CAF9E6EC47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F3BA0-6B7A-15EF-9A5A-9CC640E3DCE9}"/>
              </a:ext>
            </a:extLst>
          </p:cNvPr>
          <p:cNvSpPr txBox="1"/>
          <p:nvPr/>
        </p:nvSpPr>
        <p:spPr>
          <a:xfrm>
            <a:off x="5769204" y="2413337"/>
            <a:ext cx="4267099" cy="203132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Code for Lesson SFL12:</a:t>
            </a:r>
          </a:p>
          <a:p>
            <a:endParaRPr lang="en-IN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https://github.com/info-zas/zas-robotics-sensors/blob/main/01_FoundationProjects/01_Code/_13_MonitoringAirQualityUsingGasSensorAndOLED/_13_MonitoringAirQualityUsingGasSensorAndOLED.ino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2215F-5B82-D225-49C9-4A78FD84B0EA}"/>
              </a:ext>
            </a:extLst>
          </p:cNvPr>
          <p:cNvSpPr/>
          <p:nvPr/>
        </p:nvSpPr>
        <p:spPr>
          <a:xfrm>
            <a:off x="1036948" y="2413337"/>
            <a:ext cx="4267099" cy="281853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Include library(OLED,GFX)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</a:t>
            </a:r>
            <a:br>
              <a:rPr lang="en-IN" dirty="0"/>
            </a:br>
            <a:r>
              <a:rPr lang="en-IN" dirty="0"/>
              <a:t>attach the MQ135 to A0 pin and OLED to A4,A5 and common VCC and GND pins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the code reads the </a:t>
            </a:r>
            <a:r>
              <a:rPr lang="en-IN" dirty="0" err="1"/>
              <a:t>analog</a:t>
            </a:r>
            <a:r>
              <a:rPr lang="en-IN" dirty="0"/>
              <a:t> value from the MQ135 sensor, clears the display, and prints the sensor value on the OLED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display is updated every second.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06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4F8A-881D-8D64-6BC6-12A38D5D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606D-CE61-BC64-ED98-37F023FC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60578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SFL12: POLLUTION SENSOR(MQ135)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39388-507E-9423-D0C8-87C45AC94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DCBB3-7285-18AC-947B-F6F39773E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775" y="1876053"/>
            <a:ext cx="6498336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0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1B5B-B15E-1A68-2112-FE56DAE3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D490-5033-35F7-A3C8-FE76F742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589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SFL12: POLLUTION SENSOR(MQ135)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9961C-665B-AF1C-4588-C68991707D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236</Words>
  <Application>Microsoft Office PowerPoint</Application>
  <PresentationFormat>Widescreen</PresentationFormat>
  <Paragraphs>45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SFL12: POLLUTION SENSOR(MQ135) WITH OLED</vt:lpstr>
      <vt:lpstr>SFL12: POLLUTION SENSOR(MQ135) WITH OLED</vt:lpstr>
      <vt:lpstr>SFL12: POLLUTION SENSOR(MQ135) WITH OLED</vt:lpstr>
      <vt:lpstr>SFL12: POLLUTION SENSOR(MQ135) WITH OLED</vt:lpstr>
      <vt:lpstr>SFL12: POLLUTION SENSOR(MQ135) WITH OLED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17</cp:revision>
  <dcterms:created xsi:type="dcterms:W3CDTF">2025-12-23T04:51:30Z</dcterms:created>
  <dcterms:modified xsi:type="dcterms:W3CDTF">2026-01-18T17:47:48Z</dcterms:modified>
</cp:coreProperties>
</file>