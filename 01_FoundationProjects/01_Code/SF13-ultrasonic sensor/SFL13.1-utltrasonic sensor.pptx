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0" r:id="rId4"/>
    <p:sldId id="261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52AE1-DC67-462A-9246-D78DD788C2A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88178-BEE4-4FF7-9941-45043067B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879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C235-8052-CCC2-6C8B-8B62505ED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9EDF4-ED55-6261-E1CB-01FA10438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BED1F-4E54-B304-DA90-65921CDCC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F110-A515-421F-9188-E259B00B63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BF32A-B780-9D42-4EEF-690C75FF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04F25-B436-EF30-72E5-E8F65250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3915A-17CD-4A7A-9676-E5F85151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062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AC0A-513B-9697-48A8-7C019BE95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23072-C95F-05F1-477C-696213256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9953B-D598-6DA5-AA87-3DA0F4951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F110-A515-421F-9188-E259B00B63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D9C4B-2C05-E996-5B7D-7FEFC2FEF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87941-098E-3D9C-A0DD-A3C59F02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3915A-17CD-4A7A-9676-E5F85151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28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703A-F8F0-7B99-C763-00C8FE88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C1F07-1C3C-DC89-3E1D-BE806D430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33320-ECB0-3533-0A48-70CA01934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F110-A515-421F-9188-E259B00B63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F589F-ED83-7C58-7EBE-17C8BF27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8F8A8-A4EB-9FAD-EE1E-303DCFD7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3915A-17CD-4A7A-9676-E5F85151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5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78B5-F3C6-31B8-20AC-F343AAE5C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F2487-A322-9A67-006A-C988C89FC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32973-42A3-2899-512E-D37E9445E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9C567-EDCB-AE7B-96B8-6719435F8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F110-A515-421F-9188-E259B00B63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95DC2-A148-B657-38B0-A93BBDCE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C1B98-60CB-1345-E110-B8A34BC8D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3915A-17CD-4A7A-9676-E5F85151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93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AFB3A-26D5-F1AD-3D35-4EAA499E8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1234B-8B79-CCE2-A614-E18ECB6C7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41962-0916-1A72-C412-99315C4A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EA71FB-C482-C740-18F9-CCBC897BB6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E3AD3-F3E7-E630-5C7A-FF8DCAFBC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98A1C5-718D-C905-1CB4-320A5A93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F110-A515-421F-9188-E259B00B63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6748B0-CF0F-B49A-26A2-BFCBFFE63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087F1-2FC2-82D0-5EE4-8A625D69E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3915A-17CD-4A7A-9676-E5F85151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56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893E-1CB9-E2B3-014E-F51F34AC0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6C0D0-513B-33E2-6483-B0FE4617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F110-A515-421F-9188-E259B00B63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73B09-6C02-E6AE-0455-5014A595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7A923-8274-AE6C-A994-7E3BC091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3915A-17CD-4A7A-9676-E5F85151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806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29826-2914-4BB7-4868-C48D517A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F110-A515-421F-9188-E259B00B63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85762-A8E0-D572-FF3E-1CE3D80D0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26520-1186-D528-731B-26FC28E9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3915A-17CD-4A7A-9676-E5F85151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66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A2E0-C55B-DFCA-367D-3DB3E247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0F87A-9867-0D82-A32B-ECB39D487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504A2-732B-8E53-8043-A2EBADC21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EFB4D-2424-C8C5-3EA6-1531D2444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F110-A515-421F-9188-E259B00B63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496D8-C4FE-073F-D2EE-B83658F89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2E482-3045-D2C9-F5B7-949252B3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3915A-17CD-4A7A-9676-E5F85151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793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9737-73AE-7245-AA64-DC9C9657C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E89F13-7996-3B18-A3BD-6A4DC8FC7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CEA0D-5AD5-6D33-093A-F92FD76C4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251D5-99AE-89EC-DBB7-1A163B7DC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F110-A515-421F-9188-E259B00B63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C3A90-97E1-B3E3-598B-23F564058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CB416-B98F-F9CB-335A-4C591C4C5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3915A-17CD-4A7A-9676-E5F85151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2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F14C-D05D-76A8-29F3-28FA4871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69FB2-CCE2-0B98-47E2-D3BE48944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022D1-75A5-A3B6-A8BF-64EDCD9D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F110-A515-421F-9188-E259B00B63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5F3B9-E489-C1A8-6C9C-FD8D7C64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6286A-F6ED-8336-427A-ACE3F4AD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3915A-17CD-4A7A-9676-E5F85151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4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8C630E-3DD6-1544-09DF-972A72E40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D248A-E216-C8F4-AA4A-C3CB692F2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E6161-5979-0C55-F2E7-C70E5236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F110-A515-421F-9188-E259B00B63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19C9B-A727-E24D-57F5-9F061A6B4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DDEBF-81BB-39BA-04CC-A44C1758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3915A-17CD-4A7A-9676-E5F85151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44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85C607-B1E2-2888-B012-51A3D54A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3A80B-DE26-22C5-AAB7-321400672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6FDD4-1E00-0139-9AD1-6ECF904A2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7F110-A515-421F-9188-E259B00B63F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C4136-CC9C-09BB-D419-AD149D2A9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214F-6438-B9D2-CBE9-358034F7C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3915A-17CD-4A7A-9676-E5F85151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07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FD9F-C663-E920-10CD-998FCD07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SFL13: ULTRASONIC SENSOR WITH OLED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BDA-E1FA-6E4B-A34E-D2CE12E5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A02E7-2E48-2AAB-4DA7-AEAA051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C6205-5BE0-6E70-2E8A-FF9C9D90C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62" y="1885359"/>
            <a:ext cx="1494750" cy="1793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ACE5-7676-1262-0B8F-0678387AC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2110589" y="4584193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37" y="1744205"/>
            <a:ext cx="3708949" cy="25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263AA-A3DB-C7CF-FBA2-0C90089C37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1026" name="Picture 2" descr="HC-SR04-Ultrasonic Sensor">
            <a:extLst>
              <a:ext uri="{FF2B5EF4-FFF2-40B4-BE49-F238E27FC236}">
                <a16:creationId xmlns:a16="http://schemas.microsoft.com/office/drawing/2014/main" id="{D286B138-2492-31D6-2D84-456944D82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6912" y="4261053"/>
            <a:ext cx="3008868" cy="236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2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98E7-30AA-81F5-01DD-F1A39217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SFL13: ULTRASONIC SENSOR WITH OLED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18C742-464A-1914-5360-DB2F683B2A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C4827C-1749-E770-4999-27BA8D4F490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6224" y="1653540"/>
            <a:ext cx="5735955" cy="355092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F7FD25-B2E0-B819-C2D8-50705F6EA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946310"/>
              </p:ext>
            </p:extLst>
          </p:nvPr>
        </p:nvGraphicFramePr>
        <p:xfrm>
          <a:off x="6362179" y="2284515"/>
          <a:ext cx="4991622" cy="18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811">
                  <a:extLst>
                    <a:ext uri="{9D8B030D-6E8A-4147-A177-3AD203B41FA5}">
                      <a16:colId xmlns:a16="http://schemas.microsoft.com/office/drawing/2014/main" val="1238915959"/>
                    </a:ext>
                  </a:extLst>
                </a:gridCol>
                <a:gridCol w="2495811">
                  <a:extLst>
                    <a:ext uri="{9D8B030D-6E8A-4147-A177-3AD203B41FA5}">
                      <a16:colId xmlns:a16="http://schemas.microsoft.com/office/drawing/2014/main" val="1167967009"/>
                    </a:ext>
                  </a:extLst>
                </a:gridCol>
              </a:tblGrid>
              <a:tr h="372656">
                <a:tc>
                  <a:txBody>
                    <a:bodyPr/>
                    <a:lstStyle/>
                    <a:p>
                      <a:r>
                        <a:rPr lang="en-IN" dirty="0"/>
                        <a:t>Arduino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Breadboard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240194"/>
                  </a:ext>
                </a:extLst>
              </a:tr>
              <a:tr h="372656">
                <a:tc>
                  <a:txBody>
                    <a:bodyPr/>
                    <a:lstStyle/>
                    <a:p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VCC(red)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77353"/>
                  </a:ext>
                </a:extLst>
              </a:tr>
              <a:tr h="372656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GND(light blue)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98918"/>
                  </a:ext>
                </a:extLst>
              </a:tr>
              <a:tr h="372656">
                <a:tc>
                  <a:txBody>
                    <a:bodyPr/>
                    <a:lstStyle/>
                    <a:p>
                      <a:r>
                        <a:rPr lang="en-IN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976234"/>
                  </a:ext>
                </a:extLst>
              </a:tr>
              <a:tr h="372656">
                <a:tc>
                  <a:txBody>
                    <a:bodyPr/>
                    <a:lstStyle/>
                    <a:p>
                      <a:r>
                        <a:rPr lang="en-IN" dirty="0"/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ECHO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01289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D624A25-7AE9-6821-41AD-C18E7D98797C}"/>
              </a:ext>
            </a:extLst>
          </p:cNvPr>
          <p:cNvSpPr txBox="1"/>
          <p:nvPr/>
        </p:nvSpPr>
        <p:spPr>
          <a:xfrm>
            <a:off x="6561056" y="1781666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Connections:</a:t>
            </a:r>
          </a:p>
        </p:txBody>
      </p:sp>
    </p:spTree>
    <p:extLst>
      <p:ext uri="{BB962C8B-B14F-4D97-AF65-F5344CB8AC3E}">
        <p14:creationId xmlns:p14="http://schemas.microsoft.com/office/powerpoint/2010/main" val="538144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02AEF-DC79-C1A9-8C88-EE7A72735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4997-04FD-4182-3385-6A04CC64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SFL13: ULTRASONIC SENSOR WITH OLED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F30CE0-6F31-86D7-77CB-06BEAC9ECB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998DF0-FBB5-4F8F-B8AD-502295550F61}"/>
              </a:ext>
            </a:extLst>
          </p:cNvPr>
          <p:cNvSpPr/>
          <p:nvPr/>
        </p:nvSpPr>
        <p:spPr>
          <a:xfrm>
            <a:off x="631596" y="1947618"/>
            <a:ext cx="5863472" cy="3883844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Install libraries OLED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Setup</a:t>
            </a:r>
          </a:p>
          <a:p>
            <a:r>
              <a:rPr lang="en-US" dirty="0">
                <a:solidFill>
                  <a:schemeClr val="tx1"/>
                </a:solidFill>
              </a:rPr>
              <a:t>	connecting to respective pins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A1-trig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A2-echo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ground and VCC connections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Loop</a:t>
            </a:r>
          </a:p>
          <a:p>
            <a:r>
              <a:rPr lang="en-US" dirty="0">
                <a:solidFill>
                  <a:schemeClr val="tx1"/>
                </a:solidFill>
              </a:rPr>
              <a:t>	measurement of distance to be displayed on OLED according to obstruct placement.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69F718-5E7C-4092-8E6B-534E8A55FA61}"/>
              </a:ext>
            </a:extLst>
          </p:cNvPr>
          <p:cNvSpPr/>
          <p:nvPr/>
        </p:nvSpPr>
        <p:spPr>
          <a:xfrm>
            <a:off x="6787299" y="1947618"/>
            <a:ext cx="4440024" cy="337852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u="sng" dirty="0"/>
              <a:t>Code for lesson 13:</a:t>
            </a:r>
            <a:br>
              <a:rPr lang="en-US" b="1" u="sng" dirty="0"/>
            </a:br>
            <a:br>
              <a:rPr lang="en-US" b="1" u="sng" dirty="0"/>
            </a:br>
            <a:br>
              <a:rPr lang="en-US" b="1" u="sng" dirty="0"/>
            </a:br>
            <a:r>
              <a:rPr lang="en-US" b="1" u="sng" dirty="0">
                <a:solidFill>
                  <a:srgbClr val="00B0F0"/>
                </a:solidFill>
              </a:rPr>
              <a:t>https://github.com/info-zas/zas-robotics-sensors/blob/main/01_FoundationProjects/01_Code/_14_DistanceMeasurementUsingUltrasonicSensor/_14_DistanceMeasurementUsingUltrasonicSensor.ino</a:t>
            </a:r>
            <a:br>
              <a:rPr lang="en-US" b="1" u="sng" dirty="0"/>
            </a:br>
            <a:br>
              <a:rPr lang="en-US" b="1" u="sng" dirty="0"/>
            </a:br>
            <a:br>
              <a:rPr lang="en-US" b="1" u="sng" dirty="0"/>
            </a:br>
            <a:endParaRPr lang="en-IN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588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33D50-68F7-BDE3-6B28-215EB87D7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4FDF-99CB-3CD6-9677-C15C5EE8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SFL13: ULTRASONIC SENSOR WITH OLED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3BB8E0-A12C-3A87-C2B6-C82494946D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DCDCE6-3CFC-0E04-27A7-556D4AAB1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916" y="1690688"/>
            <a:ext cx="7440168" cy="502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61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152</Words>
  <Application>Microsoft Office PowerPoint</Application>
  <PresentationFormat>Widescreen</PresentationFormat>
  <Paragraphs>32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SFL13: ULTRASONIC SENSOR WITH OLED</vt:lpstr>
      <vt:lpstr>SFL13: ULTRASONIC SENSOR WITH OLED</vt:lpstr>
      <vt:lpstr>SFL13: ULTRASONIC SENSOR WITH OLED</vt:lpstr>
      <vt:lpstr>SFL13: ULTRASONIC SENSOR WITH OLED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Kit (Kit 1) ZAS Robotics Training</dc:title>
  <dc:creator>Raafia Shaik</dc:creator>
  <cp:lastModifiedBy>shaikraahila136@outlook.com</cp:lastModifiedBy>
  <cp:revision>12</cp:revision>
  <dcterms:created xsi:type="dcterms:W3CDTF">2025-12-23T04:56:38Z</dcterms:created>
  <dcterms:modified xsi:type="dcterms:W3CDTF">2026-01-18T17:50:31Z</dcterms:modified>
</cp:coreProperties>
</file>