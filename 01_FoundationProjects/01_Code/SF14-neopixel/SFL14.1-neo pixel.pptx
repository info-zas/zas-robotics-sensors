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78945-51A1-42B3-B757-C30EB948E4E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37D99-9960-4D27-AA17-8C9BBF9D5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660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09962B-3B3C-CD16-CF97-8806D4E439C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5F144-4477-3278-DD0A-BB5203ABE0D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077AF-4570-5AB8-DD7A-FDC408310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E024AD-E3A9-98AD-8281-C22DEC35F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A7181-75B5-4F34-FECB-3D67A4A4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CD781-3BC5-4F8E-B03D-BDEC9097255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7566B-2C5C-5EAF-636F-108A4E93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09C8A-B59E-8FB1-7F40-83AC8696A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42D8-14D9-4570-985E-B62B61103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357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58422-1E8B-E675-F454-A7D889579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C4548-A2D3-4E0C-6A16-B3B192B3F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90269-13F7-2196-ADEB-FF05D534F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CD781-3BC5-4F8E-B03D-BDEC9097255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F2C7C-95DC-906A-4052-1735F145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E6B0F-CBE5-A0CC-FAFB-83AAFB1C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42D8-14D9-4570-985E-B62B61103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925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30A66-015A-D60C-219D-02E4E491A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C73E3-8068-D21E-9B85-33ADC67FC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27675-D634-DB23-989C-4789AA62A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CD781-3BC5-4F8E-B03D-BDEC9097255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E797-9176-E158-7E59-6335189CD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8D1C2-FB7A-B9E2-D4D9-832CD8DCB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42D8-14D9-4570-985E-B62B61103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037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DD879-C0A6-618E-1082-7B25A612F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79EAA-0235-9EC5-5629-7D711FF87D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C3722-3BEC-72D1-D9FF-BFF325514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5058A-CD7D-8262-3AE5-B54DE887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CD781-3BC5-4F8E-B03D-BDEC9097255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9CF48-6E04-EC9A-E009-A6248F555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39AA4-7FAE-E1AD-370A-7EEEDEFE4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42D8-14D9-4570-985E-B62B61103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047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09D0-A048-F326-90B2-90766B495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C3BA9-8FFA-ADD0-5FE3-BF9107DBE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25601E-B0B8-C4A9-54C7-D730F5D4D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B4686-6C49-7A68-C72B-A0F928096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CDA87-ECDD-9874-190A-E3D34A084C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402225-C70A-48A4-93F1-33B8E17C1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CD781-3BC5-4F8E-B03D-BDEC9097255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C3426E-7969-EC33-E2D5-612F53CA4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580DC1-12B2-C550-F114-C0F34409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42D8-14D9-4570-985E-B62B61103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879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BC04C-0510-4F7A-AEC2-FA8EB2801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C5C7D-B254-5A78-5C8E-5582A9710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CD781-3BC5-4F8E-B03D-BDEC9097255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48096-EA66-5CB1-9FF8-246071096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73059E-2E85-B47E-6A41-1C23CD9F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42D8-14D9-4570-985E-B62B61103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866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E3C628-C9EB-5BAE-1D62-5A264A3F4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CD781-3BC5-4F8E-B03D-BDEC9097255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8E7F93-0A43-0522-AEF5-76067C5BE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7CF10-2D5D-A300-D400-C6699DC6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42D8-14D9-4570-985E-B62B61103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057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5A6F-AE77-C5D0-D6D1-8D3ACF83F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C1E74-1211-5C29-CB2A-205CA66AE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A1418-25DB-51D1-8E41-A65D85C46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1DC79-1B5F-9491-005A-830A67ACB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CD781-3BC5-4F8E-B03D-BDEC9097255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99022-CCD5-C0B3-D543-8F113AE67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2196C-BC00-EEDF-4F16-B8778AC86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42D8-14D9-4570-985E-B62B61103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571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CFEBD-BACD-0879-A933-0CFAEECA6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B71923-0F8D-5147-8295-83D40257BD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AA50C-0F92-4C98-0AA8-01BE6CDF6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B4C61-F1CA-8F5B-A97D-20CA9DF9A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CD781-3BC5-4F8E-B03D-BDEC9097255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BB360-3B49-8D9F-712B-062F6B1B8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E4B86-CD6E-D1A5-6BB8-027F1005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42D8-14D9-4570-985E-B62B61103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08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23257-52D3-4886-386F-94FA68A2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A095A3-E492-F578-BEE6-3114AE2B0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25525-2576-9C2C-41E6-CD6545245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CD781-3BC5-4F8E-B03D-BDEC9097255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8E379-67F0-87BF-FD29-479AD4B7F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6D4F7-48F7-5806-AA03-1B22DA8E3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42D8-14D9-4570-985E-B62B61103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95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450049-A9AD-864C-CCA8-112A7A9B6E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DCBB6-9F39-F038-E710-BE01CD479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E4A4C-1625-8626-FBB7-F9CDDD9AF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CD781-3BC5-4F8E-B03D-BDEC9097255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7A939-A7A8-C26F-77D5-DD3379488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99BC8-3011-A28F-BDA1-0D3B31196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42D8-14D9-4570-985E-B62B61103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824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C7BB6F-73A6-5269-62BB-C12555395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4A4EE-EEA1-E3FD-8AFB-4DB442265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28D2B-19B7-8A0F-AC0A-47702E941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CD781-3BC5-4F8E-B03D-BDEC9097255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0DC72-B9FF-6F04-9D0F-BCDE899F6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99803-5BEE-4047-01E5-CDB40C65AF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A42D8-14D9-4570-985E-B62B61103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29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682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763252"/>
            <a:ext cx="9144000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FF3300"/>
                </a:solidFill>
              </a:rPr>
              <a:t>Sensor</a:t>
            </a:r>
            <a:r>
              <a:rPr lang="en-GB" b="1" dirty="0">
                <a:solidFill>
                  <a:srgbClr val="FF3300"/>
                </a:solidFill>
              </a:rPr>
              <a:t> Kit (Kit 1)</a:t>
            </a:r>
            <a:br>
              <a:rPr lang="en-GB" b="1" dirty="0">
                <a:solidFill>
                  <a:srgbClr val="FF330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ZAS Robotics Training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D65F1-B05D-0F42-06D6-FC07DD7C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2C2207-41A7-973C-48CB-A47BC469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180" y="501650"/>
            <a:ext cx="4042963" cy="108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46901" name="Title 1"/>
          <p:cNvSpPr>
            <a:spLocks noGrp="1"/>
          </p:cNvSpPr>
          <p:nvPr>
            <p:ph type="title"/>
          </p:nvPr>
        </p:nvSpPr>
        <p:spPr bwMode="auto"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b="1" kern="1200" dirty="0">
                <a:solidFill>
                  <a:srgbClr val="FF3300"/>
                </a:solidFill>
              </a:rPr>
              <a:t>Sensor Kit - Contents</a:t>
            </a:r>
            <a:endParaRPr b="1" kern="1200" dirty="0">
              <a:solidFill>
                <a:srgbClr val="FF3300"/>
              </a:solidFill>
            </a:endParaRPr>
          </a:p>
        </p:txBody>
      </p:sp>
      <p:sp>
        <p:nvSpPr>
          <p:cNvPr id="361717547" name="TextBox 20"/>
          <p:cNvSpPr txBox="1"/>
          <p:nvPr/>
        </p:nvSpPr>
        <p:spPr bwMode="auto">
          <a:xfrm>
            <a:off x="8308257" y="6053549"/>
            <a:ext cx="2284732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Creative Board</a:t>
            </a:r>
            <a:endParaRPr/>
          </a:p>
        </p:txBody>
      </p:sp>
      <p:sp>
        <p:nvSpPr>
          <p:cNvPr id="108873707" name="TextBox 45"/>
          <p:cNvSpPr txBox="1"/>
          <p:nvPr/>
        </p:nvSpPr>
        <p:spPr bwMode="auto">
          <a:xfrm>
            <a:off x="2099187" y="5980855"/>
            <a:ext cx="2394793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Kit Components</a:t>
            </a:r>
            <a:endParaRPr/>
          </a:p>
        </p:txBody>
      </p:sp>
      <p:pic>
        <p:nvPicPr>
          <p:cNvPr id="1496148476" name="Picture 149614847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68" y="1421484"/>
            <a:ext cx="6174877" cy="44363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E0CF6A-5129-7CA3-6773-F100C9D4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59" y="1201479"/>
            <a:ext cx="5122034" cy="465639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4B36B-9D91-27D4-8920-6B376B87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3158-3036-9A1A-9225-739DA8DE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39" y="49696"/>
            <a:ext cx="2755261" cy="742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FD9F-C663-E920-10CD-998FCD07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SFL14: NEOPIXEL(8 PIXELS)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2BDA-E1FA-6E4B-A34E-D2CE12E5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Things Needed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AA02E7-2E48-2AAB-4DA7-AEAA05196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86" y="2280402"/>
            <a:ext cx="3417779" cy="22971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9C6205-5BE0-6E70-2E8A-FF9C9D90C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162" y="1885359"/>
            <a:ext cx="1494750" cy="17938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10ACE5-7676-1262-0B8F-0678387AC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1894254" y="4996055"/>
            <a:ext cx="2250442" cy="12623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637" y="1744205"/>
            <a:ext cx="3708949" cy="25520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1263AA-A3DB-C7CF-FBA2-0C90089C37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1026" name="Picture 2" descr="WS2812 RGB LED Ring is ground required? - General Electronics - Arduino  Forum">
            <a:extLst>
              <a:ext uri="{FF2B5EF4-FFF2-40B4-BE49-F238E27FC236}">
                <a16:creationId xmlns:a16="http://schemas.microsoft.com/office/drawing/2014/main" id="{9A49F883-E8DB-A432-D605-306E9088B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706" y="4699156"/>
            <a:ext cx="2698807" cy="185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62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1CC43-39E4-C636-EC63-57A5D036B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SFL14: NEOPIXEL(8 PIXELS)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561016-F253-B8DC-7C93-75789E731B0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9663" y="1971586"/>
            <a:ext cx="5735955" cy="34804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B309F3-FD65-C501-0557-1E5DE8CA29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538E44-4B7C-E668-9102-94697EF0B3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108392"/>
              </p:ext>
            </p:extLst>
          </p:nvPr>
        </p:nvGraphicFramePr>
        <p:xfrm>
          <a:off x="6305618" y="2228442"/>
          <a:ext cx="4639750" cy="1694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9875">
                  <a:extLst>
                    <a:ext uri="{9D8B030D-6E8A-4147-A177-3AD203B41FA5}">
                      <a16:colId xmlns:a16="http://schemas.microsoft.com/office/drawing/2014/main" val="2575581832"/>
                    </a:ext>
                  </a:extLst>
                </a:gridCol>
                <a:gridCol w="2319875">
                  <a:extLst>
                    <a:ext uri="{9D8B030D-6E8A-4147-A177-3AD203B41FA5}">
                      <a16:colId xmlns:a16="http://schemas.microsoft.com/office/drawing/2014/main" val="3473604670"/>
                    </a:ext>
                  </a:extLst>
                </a:gridCol>
              </a:tblGrid>
              <a:tr h="423583">
                <a:tc>
                  <a:txBody>
                    <a:bodyPr/>
                    <a:lstStyle/>
                    <a:p>
                      <a:r>
                        <a:rPr lang="en-IN" dirty="0"/>
                        <a:t>Arduino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Breadboard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400748"/>
                  </a:ext>
                </a:extLst>
              </a:tr>
              <a:tr h="423583"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738382"/>
                  </a:ext>
                </a:extLst>
              </a:tr>
              <a:tr h="423583">
                <a:tc>
                  <a:txBody>
                    <a:bodyPr/>
                    <a:lstStyle/>
                    <a:p>
                      <a:r>
                        <a:rPr lang="en-IN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008190"/>
                  </a:ext>
                </a:extLst>
              </a:tr>
              <a:tr h="423583">
                <a:tc>
                  <a:txBody>
                    <a:bodyPr/>
                    <a:lstStyle/>
                    <a:p>
                      <a:r>
                        <a:rPr lang="en-IN" dirty="0"/>
                        <a:t>D8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</a:t>
                      </a:r>
                      <a:r>
                        <a:rPr lang="en-IN"/>
                        <a:t>(output)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529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2799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02E05-7BFD-52D4-FBD2-5774FEC35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A62E-819C-257A-37AF-5234C764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SFL14: NEOPIXEL(8 PIXELS)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F76DDD-36DB-35A2-088A-C6910FCE84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600" dirty="0"/>
              <a:t>Creates a </a:t>
            </a:r>
            <a:r>
              <a:rPr lang="en-US" sz="1600" dirty="0" err="1"/>
              <a:t>NeoPixel</a:t>
            </a:r>
            <a:r>
              <a:rPr lang="en-US" sz="1600" dirty="0"/>
              <a:t> object with </a:t>
            </a:r>
            <a:r>
              <a:rPr lang="en-US" sz="1600" b="1" dirty="0"/>
              <a:t>8 LEDs on Pin 8</a:t>
            </a:r>
            <a:endParaRPr lang="en-US" sz="1600" dirty="0"/>
          </a:p>
          <a:p>
            <a:r>
              <a:rPr lang="en-US" sz="1600" dirty="0" err="1"/>
              <a:t>pixels.begin</a:t>
            </a:r>
            <a:r>
              <a:rPr lang="en-US" sz="1600" dirty="0"/>
              <a:t>() starts communication with the </a:t>
            </a:r>
            <a:r>
              <a:rPr lang="en-US" sz="1600" dirty="0" err="1"/>
              <a:t>NeoPixel</a:t>
            </a:r>
            <a:r>
              <a:rPr lang="en-US" sz="1600" dirty="0"/>
              <a:t> ring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 LOOP (repeats forever)</a:t>
            </a:r>
          </a:p>
          <a:p>
            <a:r>
              <a:rPr lang="en-US" sz="1600" b="1" dirty="0"/>
              <a:t>Color Cycling</a:t>
            </a:r>
          </a:p>
          <a:p>
            <a:r>
              <a:rPr lang="en-US" sz="1600" dirty="0"/>
              <a:t>Moves through each LED one by one</a:t>
            </a:r>
          </a:p>
          <a:p>
            <a:r>
              <a:rPr lang="en-US" sz="1600" dirty="0"/>
              <a:t>Lights it </a:t>
            </a:r>
            <a:r>
              <a:rPr lang="en-US" sz="1600" b="1" dirty="0"/>
              <a:t>Red → Green → Blue → OFF</a:t>
            </a:r>
            <a:endParaRPr lang="en-US" sz="1600" dirty="0"/>
          </a:p>
          <a:p>
            <a:r>
              <a:rPr lang="en-US" sz="1600" dirty="0"/>
              <a:t>Shows each color with a </a:t>
            </a:r>
            <a:r>
              <a:rPr lang="en-US" sz="1600" b="1" dirty="0"/>
              <a:t>500 </a:t>
            </a:r>
            <a:r>
              <a:rPr lang="en-US" sz="1600" b="1" dirty="0" err="1"/>
              <a:t>ms</a:t>
            </a:r>
            <a:r>
              <a:rPr lang="en-US" sz="1600" b="1" dirty="0"/>
              <a:t> delay</a:t>
            </a:r>
            <a:endParaRPr lang="en-US" sz="1600" dirty="0"/>
          </a:p>
          <a:p>
            <a:r>
              <a:rPr lang="en-US" sz="1600" b="1" dirty="0"/>
              <a:t> Rainbow Effect</a:t>
            </a:r>
          </a:p>
          <a:p>
            <a:r>
              <a:rPr lang="en-US" sz="1600" dirty="0"/>
              <a:t>Uses two loops to generate a flowing rainbow animation</a:t>
            </a:r>
          </a:p>
          <a:p>
            <a:r>
              <a:rPr lang="en-US" sz="1600" dirty="0"/>
              <a:t>Each LED gets a different shade based on position</a:t>
            </a:r>
          </a:p>
          <a:p>
            <a:r>
              <a:rPr lang="en-US" sz="1600" dirty="0"/>
              <a:t>Updates colors gradually and repeats</a:t>
            </a:r>
          </a:p>
          <a:p>
            <a:r>
              <a:rPr lang="en-US" sz="1600" dirty="0"/>
              <a:t>delay(50) controls animation speed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2F3B8E-1020-04EF-F684-59789ECDA9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D0B96E-518B-C2D7-D24F-7C86A021B10C}"/>
              </a:ext>
            </a:extLst>
          </p:cNvPr>
          <p:cNvSpPr/>
          <p:nvPr/>
        </p:nvSpPr>
        <p:spPr>
          <a:xfrm>
            <a:off x="6351071" y="2117558"/>
            <a:ext cx="3524449" cy="320521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b="1" u="sng" dirty="0"/>
              <a:t>Code for Lesson14:</a:t>
            </a:r>
          </a:p>
          <a:p>
            <a:endParaRPr lang="en-IN" b="1" u="sng" dirty="0"/>
          </a:p>
          <a:p>
            <a:r>
              <a:rPr lang="en-IN" b="1" u="sng" dirty="0">
                <a:solidFill>
                  <a:schemeClr val="accent1">
                    <a:lumMod val="75000"/>
                  </a:schemeClr>
                </a:solidFill>
              </a:rPr>
              <a:t>https://github.com/info-zas/zas-robotics-sensors/blob/main/01_FoundationProjects/01_Code/_16_CreatingLightEffectsWithNeoPixelRing/_16_CreatingLightEffectsWithNeoPixelRing.ino</a:t>
            </a:r>
          </a:p>
        </p:txBody>
      </p:sp>
    </p:spTree>
    <p:extLst>
      <p:ext uri="{BB962C8B-B14F-4D97-AF65-F5344CB8AC3E}">
        <p14:creationId xmlns:p14="http://schemas.microsoft.com/office/powerpoint/2010/main" val="1098912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2AD17-BAE1-950C-73A5-0D11EA7B0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78B2-660F-714D-D672-8DDE081A0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SFL14: NEOPIXEL(8 PIXELS)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13DDA-90A9-C5EC-E886-D84A312049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9CE883-F141-B348-B8C4-DF01150DC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52572" y="1110234"/>
            <a:ext cx="5143500" cy="621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26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189</Words>
  <Application>Microsoft Office PowerPoint</Application>
  <PresentationFormat>Widescreen</PresentationFormat>
  <Paragraphs>38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Sensor Kit (Kit 1) ZAS Robotics Training</vt:lpstr>
      <vt:lpstr>Sensor Kit - Contents</vt:lpstr>
      <vt:lpstr>SFL14: NEOPIXEL(8 PIXELS)</vt:lpstr>
      <vt:lpstr>SFL14: NEOPIXEL(8 PIXELS)</vt:lpstr>
      <vt:lpstr>SFL14: NEOPIXEL(8 PIXELS)</vt:lpstr>
      <vt:lpstr>SFL14: NEOPIXEL(8 PIXELS)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Raafia Shaik</dc:creator>
  <cp:lastModifiedBy>shaikraahila136@outlook.com</cp:lastModifiedBy>
  <cp:revision>13</cp:revision>
  <dcterms:created xsi:type="dcterms:W3CDTF">2025-12-23T05:01:46Z</dcterms:created>
  <dcterms:modified xsi:type="dcterms:W3CDTF">2026-01-18T17:54:50Z</dcterms:modified>
</cp:coreProperties>
</file>