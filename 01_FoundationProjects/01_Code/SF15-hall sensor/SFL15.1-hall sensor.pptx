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4" r:id="rId4"/>
    <p:sldId id="260" r:id="rId5"/>
    <p:sldId id="263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DB2BE-7893-4B64-9E75-121ED362BE86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EDBA6-48BC-4DAC-A545-C48E79AD0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79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6A9C-0553-CA8D-84E1-774743978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CA003-D61C-CD87-9019-AB8C9FE80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74B9-E1FF-7206-748B-EC5A16E9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4D0BE-A09D-195D-B8B1-7916BB32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290E6-959B-6D9F-06A4-73538B51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05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F3EC-11E5-8498-6AEA-3F8B773E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3685F-FAD4-6C35-8001-2EA394224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34F54-C335-77B5-9EA9-0E5CF651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CEABC-B111-7586-9EDE-A4EFE5CB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A27C4-5A43-EF1B-C396-9185D6E9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2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4449-30CC-BA71-309E-0F6E4061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AA555-3056-6795-9ED7-3DE8B01C0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6084E-BFDA-FF4D-129F-C0E05DA8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0E264-2C10-17B6-4B15-72DF41BF7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51B7F-3B74-13B2-E1B0-1F86FA75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31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C874-AFB5-9440-1EAB-C654195B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F5101-AF0F-6A7D-8E9A-B3CAC4E88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A7468-2DB6-8D41-EDE0-28C9883C7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2CCAC-967B-0279-ACA2-7CF837384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F804E-5266-FA7E-DABB-A2F04AB4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76764-EB54-BC22-6058-CCF00D86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93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749D-C3F5-D601-0C57-327E00D4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96CBA-BBCB-3406-6C11-E767E9611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18C2A-9F4B-E3DA-8DD8-72D8EC100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51D1E9-074B-821B-C5C4-ADC2072C1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C3BCD-21FB-1345-5BED-B94FD0EB9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AE474-8E79-32D0-F015-482D214E9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98343-613A-D6F1-2BC2-2B24834F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13775-4D86-C26F-475A-23AAE96A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38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3F6D-19ED-DC1F-487E-6ABA0633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27293-1F57-A4B2-3A18-39A1DAE0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FA265-E796-4585-89B1-BE46A72F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6511F-A8C1-0CF8-2BFD-A4668C21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73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AF4E58-98E9-3721-4169-A46E5754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14AF5-3F21-A0B1-4C3A-F92DB19A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DF245-1615-80BB-5858-6FCA100C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09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8F8B-681F-2F2A-6D28-6B0611D8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C50E4-759D-1794-8BD2-E1A38788F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A8A8A-15AA-9BC6-B95B-B4466DD70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4242C-4520-28E9-FDDC-6BC746DB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CEAE7-B263-5261-00F8-BCE7B091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9A5F2-0DB5-CC8E-F945-96683A1F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48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4D4A-CF95-7C8D-4E7C-B12B38C7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238AC-591F-51D7-2EC6-82117FCBE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8455F-49BD-C533-0BFE-D11C4DB4E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EEA4-D4C6-6D47-9040-CB5510CF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BA743-0269-C3AC-439D-E15F3067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26D4B-8DA4-99AB-6805-ECDA12F8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579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E3970-AF91-6A1D-2B73-08D3D08C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E75B9-A141-834D-86CF-C087AE59D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AAFD3-D8ED-1EF2-50A7-573A41ED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8A66A-EE3F-1B50-1318-A55F766E7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591B0-0C30-D83C-22DA-B27E145A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73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D6F2A7-272B-40E8-BB3C-F1D780108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008CD-B051-BE43-A379-F6B927366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9DC98-AEC4-CDC0-04BE-F80702CC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0364C-0961-8231-E20C-54E8A30E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68DBE-0D05-355A-4354-0A741C8B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90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72034-2569-6EE3-D844-842D03399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C1658-7094-6C5E-0E67-90CADCFDB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605C0-DC85-EBF6-C239-EB07173EA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4EF3B-9794-4AB1-AA99-DBB391B0903E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DB9C1-66C2-9FD8-B777-F5B935046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D8970-7744-1E67-3480-883861431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13AB1-FDC3-4312-8AE6-72745C330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64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SFL15: HALL SENSOR (FREE CONNECTOR)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2067485" y="4807478"/>
            <a:ext cx="3004677" cy="1685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37" y="1744205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1026" name="Picture 2" descr="A3144 Hall Effect Sensor Module Pinout, Specs, Features &amp; Circuit">
            <a:extLst>
              <a:ext uri="{FF2B5EF4-FFF2-40B4-BE49-F238E27FC236}">
                <a16:creationId xmlns:a16="http://schemas.microsoft.com/office/drawing/2014/main" id="{6A27338A-B5C8-7DE7-CE38-B1EADC6B7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480" y="4503823"/>
            <a:ext cx="3214686" cy="214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3A54-F00F-DE38-0E4D-CA97881FF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49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SFL15: HALL SENSOR (FREE CONNECTOR)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056891-DD2B-B4AE-548E-B283435F0A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8A30A5-59C9-0BD8-CA90-DB1ED89AB69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2296731"/>
            <a:ext cx="5735955" cy="365442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C7FE3A-0AAA-9242-442E-7EE437AAC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506578"/>
              </p:ext>
            </p:extLst>
          </p:nvPr>
        </p:nvGraphicFramePr>
        <p:xfrm>
          <a:off x="6684264" y="2118696"/>
          <a:ext cx="4471416" cy="175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708">
                  <a:extLst>
                    <a:ext uri="{9D8B030D-6E8A-4147-A177-3AD203B41FA5}">
                      <a16:colId xmlns:a16="http://schemas.microsoft.com/office/drawing/2014/main" val="309264692"/>
                    </a:ext>
                  </a:extLst>
                </a:gridCol>
                <a:gridCol w="2235708">
                  <a:extLst>
                    <a:ext uri="{9D8B030D-6E8A-4147-A177-3AD203B41FA5}">
                      <a16:colId xmlns:a16="http://schemas.microsoft.com/office/drawing/2014/main" val="3854521719"/>
                    </a:ext>
                  </a:extLst>
                </a:gridCol>
              </a:tblGrid>
              <a:tr h="531030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421110"/>
                  </a:ext>
                </a:extLst>
              </a:tr>
              <a:tr h="440946">
                <a:tc>
                  <a:txBody>
                    <a:bodyPr/>
                    <a:lstStyle/>
                    <a:p>
                      <a:r>
                        <a:rPr lang="en-IN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5V(red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6782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GND(light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3829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lang="en-IN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A0(dark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711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41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431C2-1D53-F828-477E-B1E4B9CB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FA236-8889-F54B-670A-C0000CC8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49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SFL15: HALL SENSOR (FREE CONNECTOR)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6E702F-50C6-1640-1FDE-C376BD3B25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5467E4-57FE-C458-C135-A7F9F742776C}"/>
              </a:ext>
            </a:extLst>
          </p:cNvPr>
          <p:cNvSpPr/>
          <p:nvPr/>
        </p:nvSpPr>
        <p:spPr>
          <a:xfrm>
            <a:off x="1097280" y="2304288"/>
            <a:ext cx="4535424" cy="397764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Setup()</a:t>
            </a:r>
            <a:br>
              <a:rPr lang="en-IN" dirty="0"/>
            </a:br>
            <a:r>
              <a:rPr lang="en-IN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Connect one terminal of the LDR to the 5V pin on the microcontroller. o</a:t>
            </a:r>
            <a:r>
              <a:rPr lang="en-IN" sz="1800" u="none" strike="noStrike" kern="100" baseline="-250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IN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Connect the other terminal of the LDR to an </a:t>
            </a:r>
            <a:r>
              <a:rPr lang="en-IN" sz="1800" u="none" strike="noStrike" kern="1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 input pin on the microcontroller (e.g., A0). o</a:t>
            </a:r>
            <a:r>
              <a:rPr lang="en-IN" sz="1800" u="none" strike="noStrike" kern="100" baseline="-250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IN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Connect a 10kΩ resistor from the </a:t>
            </a:r>
            <a:r>
              <a:rPr lang="en-IN" sz="1800" u="none" strike="noStrike" kern="1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 input pin (A0) to the ground (GND) of the microcontroller. This creates a voltage divider circuit.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Loop()</a:t>
            </a:r>
            <a:br>
              <a:rPr lang="en-IN" dirty="0"/>
            </a:br>
            <a:r>
              <a:rPr lang="en-IN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Times New Roman" panose="02020603050405020304" pitchFamily="18" charset="0"/>
                <a:cs typeface="Times New Roman" panose="02020603050405020304" pitchFamily="18" charset="0"/>
              </a:rPr>
              <a:t>control the LED and buzzer based on the light level detected by the LDR.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7736D0-35B2-F2A3-DAD1-7944F4C5D4F6}"/>
              </a:ext>
            </a:extLst>
          </p:cNvPr>
          <p:cNvSpPr/>
          <p:nvPr/>
        </p:nvSpPr>
        <p:spPr>
          <a:xfrm>
            <a:off x="6096000" y="2304288"/>
            <a:ext cx="3633216" cy="299313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Lesson15:</a:t>
            </a:r>
            <a:br>
              <a:rPr lang="en-IN" b="1" u="sng" dirty="0"/>
            </a:br>
            <a:br>
              <a:rPr lang="en-IN" b="1" u="sng" dirty="0"/>
            </a:br>
            <a:r>
              <a:rPr lang="en-IN" b="1" u="sng" dirty="0">
                <a:solidFill>
                  <a:schemeClr val="accent1">
                    <a:lumMod val="75000"/>
                  </a:schemeClr>
                </a:solidFill>
              </a:rPr>
              <a:t>https://github.com/info-zas/zas-robotics-sensors/blob/main/01_FoundationProjects/01_Code/_08_UsingLDRtoDetectLightAndTriggerAlerts/_08_UsingLDRtoDetectLightAndTriggerAlerts.ino</a:t>
            </a:r>
          </a:p>
        </p:txBody>
      </p:sp>
    </p:spTree>
    <p:extLst>
      <p:ext uri="{BB962C8B-B14F-4D97-AF65-F5344CB8AC3E}">
        <p14:creationId xmlns:p14="http://schemas.microsoft.com/office/powerpoint/2010/main" val="30928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E6EDA-E21A-F24D-0A23-F5F304CD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19BE-5B95-6BC3-95C4-E5B261CC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49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SFL15: HALL SENSOR (FREE CONNECTOR)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26E2BB-C09A-FD47-F91C-144684BDDA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9C0A8C-A9E8-83CE-7E89-056FC046C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084" y="1828800"/>
            <a:ext cx="5876544" cy="44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67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2320-A4AF-1C1A-E670-4D22AC640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80DD-B0A5-E87F-5BA9-0E360C4D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49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SFL15: HALL SENSOR (FREE CONNECTOR)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98F3E-FB27-E10E-1289-4096C3582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09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216</Words>
  <Application>Microsoft Office PowerPoint</Application>
  <PresentationFormat>Widescreen</PresentationFormat>
  <Paragraphs>27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Sensor Kit (Kit 1) ZAS Robotics Training</vt:lpstr>
      <vt:lpstr>Sensor Kit - Contents</vt:lpstr>
      <vt:lpstr>SFL15: HALL SENSOR (FREE CONNECTOR)</vt:lpstr>
      <vt:lpstr>SFL15: HALL SENSOR (FREE CONNECTOR)</vt:lpstr>
      <vt:lpstr>SFL15: HALL SENSOR (FREE CONNECTOR)</vt:lpstr>
      <vt:lpstr>SFL15: HALL SENSOR (FREE CONNECTOR)</vt:lpstr>
      <vt:lpstr>SFL15: HALL SENSOR (FREE CONNECTOR)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5</cp:revision>
  <dcterms:created xsi:type="dcterms:W3CDTF">2025-12-23T05:08:27Z</dcterms:created>
  <dcterms:modified xsi:type="dcterms:W3CDTF">2026-01-18T17:54:28Z</dcterms:modified>
</cp:coreProperties>
</file>